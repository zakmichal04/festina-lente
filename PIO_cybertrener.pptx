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4"/>
  </p:sldMasterIdLst>
  <p:sldIdLst>
    <p:sldId id="256" r:id="rId5"/>
    <p:sldId id="257" r:id="rId6"/>
    <p:sldId id="258" r:id="rId7"/>
    <p:sldId id="259" r:id="rId8"/>
    <p:sldId id="260" r:id="rId9"/>
    <p:sldId id="263" r:id="rId10"/>
    <p:sldId id="261" r:id="rId11"/>
    <p:sldId id="262" r:id="rId12"/>
    <p:sldId id="265" r:id="rId13"/>
    <p:sldId id="266" r:id="rId14"/>
    <p:sldId id="267" r:id="rId15"/>
    <p:sldId id="264" r:id="rId16"/>
    <p:sldId id="268" r:id="rId17"/>
    <p:sldId id="269" r:id="rId18"/>
    <p:sldId id="270" r:id="rId19"/>
    <p:sldId id="271" r:id="rId20"/>
    <p:sldId id="272" r:id="rId21"/>
    <p:sldId id="280" r:id="rId22"/>
    <p:sldId id="282" r:id="rId23"/>
    <p:sldId id="283" r:id="rId24"/>
    <p:sldId id="284" r:id="rId25"/>
    <p:sldId id="273" r:id="rId26"/>
    <p:sldId id="274" r:id="rId27"/>
    <p:sldId id="275" r:id="rId28"/>
    <p:sldId id="278" r:id="rId29"/>
    <p:sldId id="279" r:id="rId30"/>
    <p:sldId id="281" r:id="rId31"/>
    <p:sldId id="276" r:id="rId32"/>
    <p:sldId id="277" r:id="rId33"/>
    <p:sldId id="285"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kcja domyślna" id="{C840702D-FF6E-4CED-9552-1BF5FD173384}">
          <p14:sldIdLst>
            <p14:sldId id="256"/>
            <p14:sldId id="257"/>
            <p14:sldId id="258"/>
            <p14:sldId id="259"/>
            <p14:sldId id="260"/>
            <p14:sldId id="263"/>
            <p14:sldId id="261"/>
            <p14:sldId id="262"/>
            <p14:sldId id="265"/>
            <p14:sldId id="266"/>
          </p14:sldIdLst>
        </p14:section>
        <p14:section name="Sekcja bez tytułu" id="{97D5943D-4CA3-4695-9EDB-1F5C530734A3}">
          <p14:sldIdLst>
            <p14:sldId id="267"/>
            <p14:sldId id="264"/>
            <p14:sldId id="268"/>
            <p14:sldId id="269"/>
            <p14:sldId id="270"/>
            <p14:sldId id="271"/>
            <p14:sldId id="272"/>
            <p14:sldId id="280"/>
            <p14:sldId id="282"/>
            <p14:sldId id="283"/>
            <p14:sldId id="284"/>
            <p14:sldId id="273"/>
            <p14:sldId id="274"/>
            <p14:sldId id="275"/>
            <p14:sldId id="278"/>
            <p14:sldId id="279"/>
            <p14:sldId id="281"/>
            <p14:sldId id="276"/>
            <p14:sldId id="277"/>
            <p14:sldId id="285"/>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7C8AFFD-9F87-4C40-AC6D-D695AED5E839}" v="125" dt="2026-06-18T02:47:13.33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4" autoAdjust="0"/>
    <p:restoredTop sz="94660"/>
  </p:normalViewPr>
  <p:slideViewPr>
    <p:cSldViewPr snapToGrid="0">
      <p:cViewPr varScale="1">
        <p:scale>
          <a:sx n="140" d="100"/>
          <a:sy n="140" d="100"/>
        </p:scale>
        <p:origin x="144" y="3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5/10/relationships/revisionInfo" Target="revisionInfo.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diagrams/_rels/data6.xml.rels><?xml version="1.0" encoding="UTF-8" standalone="yes"?>
<Relationships xmlns="http://schemas.openxmlformats.org/package/2006/relationships"><Relationship Id="rId2" Type="http://schemas.openxmlformats.org/officeDocument/2006/relationships/image" Target="../media/image17.svg"/><Relationship Id="rId1" Type="http://schemas.openxmlformats.org/officeDocument/2006/relationships/image" Target="../media/image16.svg"/></Relationships>
</file>

<file path=ppt/diagrams/_rels/data10.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svg"/><Relationship Id="rId1" Type="http://schemas.openxmlformats.org/officeDocument/2006/relationships/image" Target="../media/image24.svg"/></Relationships>
</file>

<file path=ppt/diagrams/_rels/drawing1.xml.rels><?xml version="1.0" encoding="UTF-8" standalone="yes"?>
<Relationships xmlns="http://schemas.openxmlformats.org/package/2006/relationships"><Relationship Id="rId1" Type="http://schemas.openxmlformats.org/officeDocument/2006/relationships/image" Target="../media/image1.jpeg"/></Relationships>
</file>

<file path=ppt/diagrams/_rels/drawing3.xml.rels><?xml version="1.0" encoding="UTF-8" standalone="yes"?>
<Relationships xmlns="http://schemas.openxmlformats.org/package/2006/relationships"><Relationship Id="rId1" Type="http://schemas.openxmlformats.org/officeDocument/2006/relationships/image" Target="../media/image1.jpeg"/></Relationships>
</file>

<file path=ppt/diagrams/_rels/drawing6.xml.rels><?xml version="1.0" encoding="UTF-8" standalone="yes"?>
<Relationships xmlns="http://schemas.openxmlformats.org/package/2006/relationships"><Relationship Id="rId2" Type="http://schemas.openxmlformats.org/officeDocument/2006/relationships/image" Target="../media/image17.svg"/><Relationship Id="rId1" Type="http://schemas.openxmlformats.org/officeDocument/2006/relationships/image" Target="../media/image16.svg"/></Relationships>
</file>

<file path=ppt/diagrams/_rels/drawing7.xml.rels><?xml version="1.0" encoding="UTF-8" standalone="yes"?>
<Relationships xmlns="http://schemas.openxmlformats.org/package/2006/relationships"><Relationship Id="rId1" Type="http://schemas.openxmlformats.org/officeDocument/2006/relationships/image" Target="../media/image1.jpeg"/></Relationships>
</file>

<file path=ppt/diagrams/_rels/drawing8.xml.rels><?xml version="1.0" encoding="UTF-8" standalone="yes"?>
<Relationships xmlns="http://schemas.openxmlformats.org/package/2006/relationships"><Relationship Id="rId1" Type="http://schemas.openxmlformats.org/officeDocument/2006/relationships/image" Target="../media/image1.jpeg"/></Relationships>
</file>

<file path=ppt/diagrams/_rels/drawing10.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svg"/><Relationship Id="rId1" Type="http://schemas.openxmlformats.org/officeDocument/2006/relationships/image" Target="../media/image24.sv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2BF477D-8827-47C7-8903-E9C059444B6C}" type="doc">
      <dgm:prSet loTypeId="urn:microsoft.com/office/officeart/2005/8/layout/vList2" loCatId="list" qsTypeId="urn:microsoft.com/office/officeart/2005/8/quickstyle/simple4" qsCatId="simple" csTypeId="urn:microsoft.com/office/officeart/2005/8/colors/colorful5" csCatId="colorful" phldr="1"/>
      <dgm:spPr/>
      <dgm:t>
        <a:bodyPr/>
        <a:lstStyle/>
        <a:p>
          <a:endParaRPr lang="en-US"/>
        </a:p>
      </dgm:t>
    </dgm:pt>
    <dgm:pt modelId="{121F5DE5-DEF5-4FA3-98D2-57D9DAD31297}">
      <dgm:prSet/>
      <dgm:spPr/>
      <dgm:t>
        <a:bodyPr/>
        <a:lstStyle/>
        <a:p>
          <a:r>
            <a:rPr lang="pl-PL"/>
            <a:t>Do Głównych faz projektu można zaliczyć :</a:t>
          </a:r>
          <a:br>
            <a:rPr lang="pl-PL"/>
          </a:br>
          <a:r>
            <a:rPr lang="pl-PL"/>
            <a:t>1. Opracowanie podstawowego szkieletu funkcji głównej</a:t>
          </a:r>
          <a:endParaRPr lang="en-US"/>
        </a:p>
      </dgm:t>
    </dgm:pt>
    <dgm:pt modelId="{7CE32E01-E2A2-4670-BB77-1917C4BC5FA0}" type="parTrans" cxnId="{4E271AA8-AF98-400D-AB20-90E372B9EC9D}">
      <dgm:prSet/>
      <dgm:spPr/>
      <dgm:t>
        <a:bodyPr/>
        <a:lstStyle/>
        <a:p>
          <a:endParaRPr lang="en-US"/>
        </a:p>
      </dgm:t>
    </dgm:pt>
    <dgm:pt modelId="{EF4AEF33-FD2E-474F-A432-7BC23BC3B116}" type="sibTrans" cxnId="{4E271AA8-AF98-400D-AB20-90E372B9EC9D}">
      <dgm:prSet/>
      <dgm:spPr/>
      <dgm:t>
        <a:bodyPr/>
        <a:lstStyle/>
        <a:p>
          <a:endParaRPr lang="en-US"/>
        </a:p>
      </dgm:t>
    </dgm:pt>
    <dgm:pt modelId="{3A560288-E047-4B67-B6E8-47E5E5F33BE9}">
      <dgm:prSet/>
      <dgm:spPr/>
      <dgm:t>
        <a:bodyPr/>
        <a:lstStyle/>
        <a:p>
          <a:r>
            <a:rPr lang="pl-PL" dirty="0"/>
            <a:t>2. Udoskonalanie interpretacji kątów przez program</a:t>
          </a:r>
          <a:endParaRPr lang="en-US" dirty="0"/>
        </a:p>
      </dgm:t>
    </dgm:pt>
    <dgm:pt modelId="{984A9644-31C7-43CD-A587-33DC15415C53}" type="parTrans" cxnId="{3F47AB3A-B5C0-46BF-B0B5-151A4B3D4CB5}">
      <dgm:prSet/>
      <dgm:spPr/>
      <dgm:t>
        <a:bodyPr/>
        <a:lstStyle/>
        <a:p>
          <a:endParaRPr lang="en-US"/>
        </a:p>
      </dgm:t>
    </dgm:pt>
    <dgm:pt modelId="{E1F1F7FB-5CE5-4602-9BD9-DF9BA64872CF}" type="sibTrans" cxnId="{3F47AB3A-B5C0-46BF-B0B5-151A4B3D4CB5}">
      <dgm:prSet/>
      <dgm:spPr/>
      <dgm:t>
        <a:bodyPr/>
        <a:lstStyle/>
        <a:p>
          <a:endParaRPr lang="en-US"/>
        </a:p>
      </dgm:t>
    </dgm:pt>
    <dgm:pt modelId="{6BDFDCE7-C4F7-429F-A689-C4099BE3114C}">
      <dgm:prSet/>
      <dgm:spPr/>
      <dgm:t>
        <a:bodyPr/>
        <a:lstStyle/>
        <a:p>
          <a:r>
            <a:rPr lang="pl-PL" dirty="0"/>
            <a:t>3. Testowanie wielu modeli podczas treningu</a:t>
          </a:r>
          <a:endParaRPr lang="en-US" dirty="0"/>
        </a:p>
      </dgm:t>
    </dgm:pt>
    <dgm:pt modelId="{DA44C290-95B1-4BD8-8E43-77B683DA7CF0}" type="parTrans" cxnId="{1CBF38F3-3420-4FFF-A503-67AC6A2271AD}">
      <dgm:prSet/>
      <dgm:spPr/>
      <dgm:t>
        <a:bodyPr/>
        <a:lstStyle/>
        <a:p>
          <a:endParaRPr lang="en-US"/>
        </a:p>
      </dgm:t>
    </dgm:pt>
    <dgm:pt modelId="{DC04EA71-733D-4AA9-B902-2F6ABD7DEA9D}" type="sibTrans" cxnId="{1CBF38F3-3420-4FFF-A503-67AC6A2271AD}">
      <dgm:prSet/>
      <dgm:spPr/>
      <dgm:t>
        <a:bodyPr/>
        <a:lstStyle/>
        <a:p>
          <a:endParaRPr lang="en-US"/>
        </a:p>
      </dgm:t>
    </dgm:pt>
    <dgm:pt modelId="{7043C554-ACC6-456C-8A31-2E92C99CE508}">
      <dgm:prSet/>
      <dgm:spPr/>
      <dgm:t>
        <a:bodyPr/>
        <a:lstStyle/>
        <a:p>
          <a:r>
            <a:rPr lang="pl-PL" dirty="0"/>
            <a:t>4. Opracowanie warstwy graficznej projektu</a:t>
          </a:r>
          <a:endParaRPr lang="en-US" dirty="0"/>
        </a:p>
      </dgm:t>
    </dgm:pt>
    <dgm:pt modelId="{8CD5AEB5-054C-410A-8CA5-3A6825F2D4C4}" type="parTrans" cxnId="{D2263E05-A7C0-4403-ABAB-E46182C1CE95}">
      <dgm:prSet/>
      <dgm:spPr/>
      <dgm:t>
        <a:bodyPr/>
        <a:lstStyle/>
        <a:p>
          <a:endParaRPr lang="en-US"/>
        </a:p>
      </dgm:t>
    </dgm:pt>
    <dgm:pt modelId="{4F896DE5-1302-4A46-96EA-9CB8159C01B7}" type="sibTrans" cxnId="{D2263E05-A7C0-4403-ABAB-E46182C1CE95}">
      <dgm:prSet/>
      <dgm:spPr/>
      <dgm:t>
        <a:bodyPr/>
        <a:lstStyle/>
        <a:p>
          <a:endParaRPr lang="en-US"/>
        </a:p>
      </dgm:t>
    </dgm:pt>
    <dgm:pt modelId="{C327C482-16F0-4F5B-99DE-5F55FE2B5E67}">
      <dgm:prSet/>
      <dgm:spPr/>
      <dgm:t>
        <a:bodyPr/>
        <a:lstStyle/>
        <a:p>
          <a:r>
            <a:rPr lang="pl-PL"/>
            <a:t>5. Gromadzenie zbieranych informacji w bazie danych </a:t>
          </a:r>
          <a:endParaRPr lang="en-US"/>
        </a:p>
      </dgm:t>
    </dgm:pt>
    <dgm:pt modelId="{DF246778-097B-4B3F-94B4-EAA678A07406}" type="parTrans" cxnId="{B3805222-4887-4237-ACD7-D5D0839266D1}">
      <dgm:prSet/>
      <dgm:spPr/>
      <dgm:t>
        <a:bodyPr/>
        <a:lstStyle/>
        <a:p>
          <a:endParaRPr lang="en-US"/>
        </a:p>
      </dgm:t>
    </dgm:pt>
    <dgm:pt modelId="{839888A0-ADCF-48DB-8995-004A237AD7F6}" type="sibTrans" cxnId="{B3805222-4887-4237-ACD7-D5D0839266D1}">
      <dgm:prSet/>
      <dgm:spPr/>
      <dgm:t>
        <a:bodyPr/>
        <a:lstStyle/>
        <a:p>
          <a:endParaRPr lang="en-US"/>
        </a:p>
      </dgm:t>
    </dgm:pt>
    <dgm:pt modelId="{43AC8660-3AFC-4A1A-838D-867802F73078}">
      <dgm:prSet/>
      <dgm:spPr/>
      <dgm:t>
        <a:bodyPr/>
        <a:lstStyle/>
        <a:p>
          <a:r>
            <a:rPr lang="pl-PL" dirty="0"/>
            <a:t>6. Scalenie wszystkiego w składny projekt</a:t>
          </a:r>
          <a:endParaRPr lang="en-US" dirty="0"/>
        </a:p>
      </dgm:t>
    </dgm:pt>
    <dgm:pt modelId="{34541F48-1334-4AB3-8639-918EB9C9FDA9}" type="parTrans" cxnId="{14E54E18-09A6-417E-8FE0-C38B84D21C84}">
      <dgm:prSet/>
      <dgm:spPr/>
      <dgm:t>
        <a:bodyPr/>
        <a:lstStyle/>
        <a:p>
          <a:endParaRPr lang="en-US"/>
        </a:p>
      </dgm:t>
    </dgm:pt>
    <dgm:pt modelId="{FA841D6F-45F2-42FE-A555-AFE809852A43}" type="sibTrans" cxnId="{14E54E18-09A6-417E-8FE0-C38B84D21C84}">
      <dgm:prSet/>
      <dgm:spPr/>
      <dgm:t>
        <a:bodyPr/>
        <a:lstStyle/>
        <a:p>
          <a:endParaRPr lang="en-US"/>
        </a:p>
      </dgm:t>
    </dgm:pt>
    <dgm:pt modelId="{E25C2A3B-6D49-4591-9D7B-E6FE94AC1B5D}" type="pres">
      <dgm:prSet presAssocID="{72BF477D-8827-47C7-8903-E9C059444B6C}" presName="linear" presStyleCnt="0">
        <dgm:presLayoutVars>
          <dgm:animLvl val="lvl"/>
          <dgm:resizeHandles val="exact"/>
        </dgm:presLayoutVars>
      </dgm:prSet>
      <dgm:spPr/>
    </dgm:pt>
    <dgm:pt modelId="{4A5982F0-887A-4C37-B4EF-E4BB27AEEB77}" type="pres">
      <dgm:prSet presAssocID="{121F5DE5-DEF5-4FA3-98D2-57D9DAD31297}" presName="parentText" presStyleLbl="node1" presStyleIdx="0" presStyleCnt="6">
        <dgm:presLayoutVars>
          <dgm:chMax val="0"/>
          <dgm:bulletEnabled val="1"/>
        </dgm:presLayoutVars>
      </dgm:prSet>
      <dgm:spPr/>
    </dgm:pt>
    <dgm:pt modelId="{BB9966CC-85C9-49F2-8291-C8C870D959D4}" type="pres">
      <dgm:prSet presAssocID="{EF4AEF33-FD2E-474F-A432-7BC23BC3B116}" presName="spacer" presStyleCnt="0"/>
      <dgm:spPr/>
    </dgm:pt>
    <dgm:pt modelId="{76CC1DCE-5F83-4592-82CF-3CC1EAC91DEB}" type="pres">
      <dgm:prSet presAssocID="{3A560288-E047-4B67-B6E8-47E5E5F33BE9}" presName="parentText" presStyleLbl="node1" presStyleIdx="1" presStyleCnt="6" custLinFactNeighborX="-6264" custLinFactNeighborY="11847">
        <dgm:presLayoutVars>
          <dgm:chMax val="0"/>
          <dgm:bulletEnabled val="1"/>
        </dgm:presLayoutVars>
      </dgm:prSet>
      <dgm:spPr/>
    </dgm:pt>
    <dgm:pt modelId="{3C591DA9-2B0B-4013-84AE-7198D2FE4922}" type="pres">
      <dgm:prSet presAssocID="{E1F1F7FB-5CE5-4602-9BD9-DF9BA64872CF}" presName="spacer" presStyleCnt="0"/>
      <dgm:spPr/>
    </dgm:pt>
    <dgm:pt modelId="{5C277F84-FFEA-4E6C-BDF0-08C4A2E07077}" type="pres">
      <dgm:prSet presAssocID="{6BDFDCE7-C4F7-429F-A689-C4099BE3114C}" presName="parentText" presStyleLbl="node1" presStyleIdx="2" presStyleCnt="6" custLinFactNeighborY="25062">
        <dgm:presLayoutVars>
          <dgm:chMax val="0"/>
          <dgm:bulletEnabled val="1"/>
        </dgm:presLayoutVars>
      </dgm:prSet>
      <dgm:spPr/>
    </dgm:pt>
    <dgm:pt modelId="{077FF703-FD5E-41E9-BD34-7BDEB42DDF65}" type="pres">
      <dgm:prSet presAssocID="{DC04EA71-733D-4AA9-B902-2F6ABD7DEA9D}" presName="spacer" presStyleCnt="0"/>
      <dgm:spPr/>
    </dgm:pt>
    <dgm:pt modelId="{7CD65286-1ECF-43FB-AD96-1B3772268ACF}" type="pres">
      <dgm:prSet presAssocID="{7043C554-ACC6-456C-8A31-2E92C99CE508}" presName="parentText" presStyleLbl="node1" presStyleIdx="3" presStyleCnt="6" custLinFactNeighborY="-11847">
        <dgm:presLayoutVars>
          <dgm:chMax val="0"/>
          <dgm:bulletEnabled val="1"/>
        </dgm:presLayoutVars>
      </dgm:prSet>
      <dgm:spPr/>
    </dgm:pt>
    <dgm:pt modelId="{C1D6E57F-4DF4-4A0E-9D2A-EF93BDFF84F4}" type="pres">
      <dgm:prSet presAssocID="{4F896DE5-1302-4A46-96EA-9CB8159C01B7}" presName="spacer" presStyleCnt="0"/>
      <dgm:spPr/>
    </dgm:pt>
    <dgm:pt modelId="{FE106585-616F-46FA-ABEA-174D0BDCFF0E}" type="pres">
      <dgm:prSet presAssocID="{C327C482-16F0-4F5B-99DE-5F55FE2B5E67}" presName="parentText" presStyleLbl="node1" presStyleIdx="4" presStyleCnt="6">
        <dgm:presLayoutVars>
          <dgm:chMax val="0"/>
          <dgm:bulletEnabled val="1"/>
        </dgm:presLayoutVars>
      </dgm:prSet>
      <dgm:spPr/>
    </dgm:pt>
    <dgm:pt modelId="{4B4C0CA3-5014-44C3-946A-3D048B5F2633}" type="pres">
      <dgm:prSet presAssocID="{839888A0-ADCF-48DB-8995-004A237AD7F6}" presName="spacer" presStyleCnt="0"/>
      <dgm:spPr/>
    </dgm:pt>
    <dgm:pt modelId="{09FD364F-05E0-4930-BF36-43F4C1CCC1DC}" type="pres">
      <dgm:prSet presAssocID="{43AC8660-3AFC-4A1A-838D-867802F73078}" presName="parentText" presStyleLbl="node1" presStyleIdx="5" presStyleCnt="6">
        <dgm:presLayoutVars>
          <dgm:chMax val="0"/>
          <dgm:bulletEnabled val="1"/>
        </dgm:presLayoutVars>
      </dgm:prSet>
      <dgm:spPr/>
    </dgm:pt>
  </dgm:ptLst>
  <dgm:cxnLst>
    <dgm:cxn modelId="{D2263E05-A7C0-4403-ABAB-E46182C1CE95}" srcId="{72BF477D-8827-47C7-8903-E9C059444B6C}" destId="{7043C554-ACC6-456C-8A31-2E92C99CE508}" srcOrd="3" destOrd="0" parTransId="{8CD5AEB5-054C-410A-8CA5-3A6825F2D4C4}" sibTransId="{4F896DE5-1302-4A46-96EA-9CB8159C01B7}"/>
    <dgm:cxn modelId="{14E54E18-09A6-417E-8FE0-C38B84D21C84}" srcId="{72BF477D-8827-47C7-8903-E9C059444B6C}" destId="{43AC8660-3AFC-4A1A-838D-867802F73078}" srcOrd="5" destOrd="0" parTransId="{34541F48-1334-4AB3-8639-918EB9C9FDA9}" sibTransId="{FA841D6F-45F2-42FE-A555-AFE809852A43}"/>
    <dgm:cxn modelId="{CF35A220-998D-4A22-BACA-6DB27F4525A5}" type="presOf" srcId="{6BDFDCE7-C4F7-429F-A689-C4099BE3114C}" destId="{5C277F84-FFEA-4E6C-BDF0-08C4A2E07077}" srcOrd="0" destOrd="0" presId="urn:microsoft.com/office/officeart/2005/8/layout/vList2"/>
    <dgm:cxn modelId="{B3805222-4887-4237-ACD7-D5D0839266D1}" srcId="{72BF477D-8827-47C7-8903-E9C059444B6C}" destId="{C327C482-16F0-4F5B-99DE-5F55FE2B5E67}" srcOrd="4" destOrd="0" parTransId="{DF246778-097B-4B3F-94B4-EAA678A07406}" sibTransId="{839888A0-ADCF-48DB-8995-004A237AD7F6}"/>
    <dgm:cxn modelId="{FC743436-3746-44D9-A8AF-AD093E41FAFB}" type="presOf" srcId="{43AC8660-3AFC-4A1A-838D-867802F73078}" destId="{09FD364F-05E0-4930-BF36-43F4C1CCC1DC}" srcOrd="0" destOrd="0" presId="urn:microsoft.com/office/officeart/2005/8/layout/vList2"/>
    <dgm:cxn modelId="{3F47AB3A-B5C0-46BF-B0B5-151A4B3D4CB5}" srcId="{72BF477D-8827-47C7-8903-E9C059444B6C}" destId="{3A560288-E047-4B67-B6E8-47E5E5F33BE9}" srcOrd="1" destOrd="0" parTransId="{984A9644-31C7-43CD-A587-33DC15415C53}" sibTransId="{E1F1F7FB-5CE5-4602-9BD9-DF9BA64872CF}"/>
    <dgm:cxn modelId="{500F4C51-51A9-4677-92E6-B7F897AE2F86}" type="presOf" srcId="{7043C554-ACC6-456C-8A31-2E92C99CE508}" destId="{7CD65286-1ECF-43FB-AD96-1B3772268ACF}" srcOrd="0" destOrd="0" presId="urn:microsoft.com/office/officeart/2005/8/layout/vList2"/>
    <dgm:cxn modelId="{EB5C187A-E843-47F5-8795-897A1C4640CD}" type="presOf" srcId="{121F5DE5-DEF5-4FA3-98D2-57D9DAD31297}" destId="{4A5982F0-887A-4C37-B4EF-E4BB27AEEB77}" srcOrd="0" destOrd="0" presId="urn:microsoft.com/office/officeart/2005/8/layout/vList2"/>
    <dgm:cxn modelId="{5A7F967F-6444-4451-9D32-1A40F1A33762}" type="presOf" srcId="{C327C482-16F0-4F5B-99DE-5F55FE2B5E67}" destId="{FE106585-616F-46FA-ABEA-174D0BDCFF0E}" srcOrd="0" destOrd="0" presId="urn:microsoft.com/office/officeart/2005/8/layout/vList2"/>
    <dgm:cxn modelId="{EBCF9B93-DAF5-4061-9F08-AA597F19E1D4}" type="presOf" srcId="{72BF477D-8827-47C7-8903-E9C059444B6C}" destId="{E25C2A3B-6D49-4591-9D7B-E6FE94AC1B5D}" srcOrd="0" destOrd="0" presId="urn:microsoft.com/office/officeart/2005/8/layout/vList2"/>
    <dgm:cxn modelId="{4E271AA8-AF98-400D-AB20-90E372B9EC9D}" srcId="{72BF477D-8827-47C7-8903-E9C059444B6C}" destId="{121F5DE5-DEF5-4FA3-98D2-57D9DAD31297}" srcOrd="0" destOrd="0" parTransId="{7CE32E01-E2A2-4670-BB77-1917C4BC5FA0}" sibTransId="{EF4AEF33-FD2E-474F-A432-7BC23BC3B116}"/>
    <dgm:cxn modelId="{143819EC-D65A-474D-8F7A-FF2B83C44F59}" type="presOf" srcId="{3A560288-E047-4B67-B6E8-47E5E5F33BE9}" destId="{76CC1DCE-5F83-4592-82CF-3CC1EAC91DEB}" srcOrd="0" destOrd="0" presId="urn:microsoft.com/office/officeart/2005/8/layout/vList2"/>
    <dgm:cxn modelId="{1CBF38F3-3420-4FFF-A503-67AC6A2271AD}" srcId="{72BF477D-8827-47C7-8903-E9C059444B6C}" destId="{6BDFDCE7-C4F7-429F-A689-C4099BE3114C}" srcOrd="2" destOrd="0" parTransId="{DA44C290-95B1-4BD8-8E43-77B683DA7CF0}" sibTransId="{DC04EA71-733D-4AA9-B902-2F6ABD7DEA9D}"/>
    <dgm:cxn modelId="{625E3C2C-EC74-47E6-8AFF-31BD1AF3C8F5}" type="presParOf" srcId="{E25C2A3B-6D49-4591-9D7B-E6FE94AC1B5D}" destId="{4A5982F0-887A-4C37-B4EF-E4BB27AEEB77}" srcOrd="0" destOrd="0" presId="urn:microsoft.com/office/officeart/2005/8/layout/vList2"/>
    <dgm:cxn modelId="{E567D6AC-C5A6-4529-ACDF-197C385DD592}" type="presParOf" srcId="{E25C2A3B-6D49-4591-9D7B-E6FE94AC1B5D}" destId="{BB9966CC-85C9-49F2-8291-C8C870D959D4}" srcOrd="1" destOrd="0" presId="urn:microsoft.com/office/officeart/2005/8/layout/vList2"/>
    <dgm:cxn modelId="{842F353F-0AFE-42ED-97F3-793F51ABE913}" type="presParOf" srcId="{E25C2A3B-6D49-4591-9D7B-E6FE94AC1B5D}" destId="{76CC1DCE-5F83-4592-82CF-3CC1EAC91DEB}" srcOrd="2" destOrd="0" presId="urn:microsoft.com/office/officeart/2005/8/layout/vList2"/>
    <dgm:cxn modelId="{22E2D78D-A4BC-46C8-A9D8-584076719738}" type="presParOf" srcId="{E25C2A3B-6D49-4591-9D7B-E6FE94AC1B5D}" destId="{3C591DA9-2B0B-4013-84AE-7198D2FE4922}" srcOrd="3" destOrd="0" presId="urn:microsoft.com/office/officeart/2005/8/layout/vList2"/>
    <dgm:cxn modelId="{23A3FC82-F4BA-41B6-9AE4-F5C437909C9D}" type="presParOf" srcId="{E25C2A3B-6D49-4591-9D7B-E6FE94AC1B5D}" destId="{5C277F84-FFEA-4E6C-BDF0-08C4A2E07077}" srcOrd="4" destOrd="0" presId="urn:microsoft.com/office/officeart/2005/8/layout/vList2"/>
    <dgm:cxn modelId="{2D2864BA-63E2-40EE-8F5D-29FF0BAA375C}" type="presParOf" srcId="{E25C2A3B-6D49-4591-9D7B-E6FE94AC1B5D}" destId="{077FF703-FD5E-41E9-BD34-7BDEB42DDF65}" srcOrd="5" destOrd="0" presId="urn:microsoft.com/office/officeart/2005/8/layout/vList2"/>
    <dgm:cxn modelId="{27B59474-AEA8-49E7-9662-1005D0BC14A9}" type="presParOf" srcId="{E25C2A3B-6D49-4591-9D7B-E6FE94AC1B5D}" destId="{7CD65286-1ECF-43FB-AD96-1B3772268ACF}" srcOrd="6" destOrd="0" presId="urn:microsoft.com/office/officeart/2005/8/layout/vList2"/>
    <dgm:cxn modelId="{AFAEA515-7B94-4420-820D-8ACA6FE574A1}" type="presParOf" srcId="{E25C2A3B-6D49-4591-9D7B-E6FE94AC1B5D}" destId="{C1D6E57F-4DF4-4A0E-9D2A-EF93BDFF84F4}" srcOrd="7" destOrd="0" presId="urn:microsoft.com/office/officeart/2005/8/layout/vList2"/>
    <dgm:cxn modelId="{21B3C721-9469-4796-B023-46A46A012B9A}" type="presParOf" srcId="{E25C2A3B-6D49-4591-9D7B-E6FE94AC1B5D}" destId="{FE106585-616F-46FA-ABEA-174D0BDCFF0E}" srcOrd="8" destOrd="0" presId="urn:microsoft.com/office/officeart/2005/8/layout/vList2"/>
    <dgm:cxn modelId="{5E068D00-4E47-4B4F-9801-BA7F9A575E9D}" type="presParOf" srcId="{E25C2A3B-6D49-4591-9D7B-E6FE94AC1B5D}" destId="{4B4C0CA3-5014-44C3-946A-3D048B5F2633}" srcOrd="9" destOrd="0" presId="urn:microsoft.com/office/officeart/2005/8/layout/vList2"/>
    <dgm:cxn modelId="{A731EDCA-5476-4C1B-81C2-3CB6E6F9BE7A}" type="presParOf" srcId="{E25C2A3B-6D49-4591-9D7B-E6FE94AC1B5D}" destId="{09FD364F-05E0-4930-BF36-43F4C1CCC1DC}"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7C6B68B-6532-448F-92CC-75252D3B6B8E}"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39E7D4E5-0DF5-49B0-8B82-52572A10F9B4}">
      <dgm:prSet/>
      <dgm:spPr/>
      <dgm:t>
        <a:bodyPr/>
        <a:lstStyle/>
        <a:p>
          <a:r>
            <a:rPr lang="pl-PL" dirty="0"/>
            <a:t>- Kąt linii ciała (Bark–Biodro–Kostka): 160 - 180 stopni. </a:t>
          </a:r>
          <a:endParaRPr lang="en-US" dirty="0"/>
        </a:p>
      </dgm:t>
    </dgm:pt>
    <dgm:pt modelId="{25FC38DE-A62B-42A0-8E27-00B87FD5B154}" type="parTrans" cxnId="{E5DEDC6D-EBF4-4F86-8F90-1CFAC4FB9054}">
      <dgm:prSet/>
      <dgm:spPr/>
      <dgm:t>
        <a:bodyPr/>
        <a:lstStyle/>
        <a:p>
          <a:endParaRPr lang="en-US"/>
        </a:p>
      </dgm:t>
    </dgm:pt>
    <dgm:pt modelId="{50E98B39-8839-434F-931E-CE55FC640AA2}" type="sibTrans" cxnId="{E5DEDC6D-EBF4-4F86-8F90-1CFAC4FB9054}">
      <dgm:prSet/>
      <dgm:spPr/>
      <dgm:t>
        <a:bodyPr/>
        <a:lstStyle/>
        <a:p>
          <a:endParaRPr lang="en-US"/>
        </a:p>
      </dgm:t>
    </dgm:pt>
    <dgm:pt modelId="{9882C878-DA2D-4965-BBD0-5628D980AB56}">
      <dgm:prSet/>
      <dgm:spPr/>
      <dgm:t>
        <a:bodyPr/>
        <a:lstStyle/>
        <a:p>
          <a:r>
            <a:rPr lang="pl-PL"/>
            <a:t>- pozycję łokci (kąt prosty względem podłoża). </a:t>
          </a:r>
          <a:endParaRPr lang="en-US"/>
        </a:p>
      </dgm:t>
    </dgm:pt>
    <dgm:pt modelId="{17CA7CBE-F235-4E4A-9EF7-D471019E4208}" type="parTrans" cxnId="{A896A755-2A44-4926-95E1-A0C57E96DA4D}">
      <dgm:prSet/>
      <dgm:spPr/>
      <dgm:t>
        <a:bodyPr/>
        <a:lstStyle/>
        <a:p>
          <a:endParaRPr lang="en-US"/>
        </a:p>
      </dgm:t>
    </dgm:pt>
    <dgm:pt modelId="{D08EE43C-07A9-4636-83F4-39FF1CD7E938}" type="sibTrans" cxnId="{A896A755-2A44-4926-95E1-A0C57E96DA4D}">
      <dgm:prSet/>
      <dgm:spPr/>
      <dgm:t>
        <a:bodyPr/>
        <a:lstStyle/>
        <a:p>
          <a:endParaRPr lang="en-US"/>
        </a:p>
      </dgm:t>
    </dgm:pt>
    <dgm:pt modelId="{DE8660D9-D1C9-4A75-AC9E-0E39747303B0}">
      <dgm:prSet/>
      <dgm:spPr/>
      <dgm:t>
        <a:bodyPr/>
        <a:lstStyle/>
        <a:p>
          <a:r>
            <a:rPr lang="pl-PL"/>
            <a:t>- poziom bioder (brak asymetrii/skrętu tułowia).</a:t>
          </a:r>
          <a:endParaRPr lang="en-US"/>
        </a:p>
      </dgm:t>
    </dgm:pt>
    <dgm:pt modelId="{1E76D2BF-2E2F-4857-B1A2-A7923EC4DC02}" type="parTrans" cxnId="{9F838333-93E1-466E-B1D0-BE5CF448BC94}">
      <dgm:prSet/>
      <dgm:spPr/>
      <dgm:t>
        <a:bodyPr/>
        <a:lstStyle/>
        <a:p>
          <a:endParaRPr lang="en-US"/>
        </a:p>
      </dgm:t>
    </dgm:pt>
    <dgm:pt modelId="{105CA5B9-1D05-4F35-A015-AD2D583B8559}" type="sibTrans" cxnId="{9F838333-93E1-466E-B1D0-BE5CF448BC94}">
      <dgm:prSet/>
      <dgm:spPr/>
      <dgm:t>
        <a:bodyPr/>
        <a:lstStyle/>
        <a:p>
          <a:endParaRPr lang="en-US"/>
        </a:p>
      </dgm:t>
    </dgm:pt>
    <dgm:pt modelId="{9BB838FF-06F9-44F0-9673-040A65CD9296}" type="pres">
      <dgm:prSet presAssocID="{67C6B68B-6532-448F-92CC-75252D3B6B8E}" presName="hierChild1" presStyleCnt="0">
        <dgm:presLayoutVars>
          <dgm:chPref val="1"/>
          <dgm:dir/>
          <dgm:animOne val="branch"/>
          <dgm:animLvl val="lvl"/>
          <dgm:resizeHandles/>
        </dgm:presLayoutVars>
      </dgm:prSet>
      <dgm:spPr/>
    </dgm:pt>
    <dgm:pt modelId="{AB578461-436E-4381-9F09-193C397B4BA9}" type="pres">
      <dgm:prSet presAssocID="{39E7D4E5-0DF5-49B0-8B82-52572A10F9B4}" presName="hierRoot1" presStyleCnt="0"/>
      <dgm:spPr/>
    </dgm:pt>
    <dgm:pt modelId="{E3281F3A-613C-4B9D-A241-D6F04CE00900}" type="pres">
      <dgm:prSet presAssocID="{39E7D4E5-0DF5-49B0-8B82-52572A10F9B4}" presName="composite" presStyleCnt="0"/>
      <dgm:spPr/>
    </dgm:pt>
    <dgm:pt modelId="{D903F584-4B9B-4AEA-92DF-905B1484FB60}" type="pres">
      <dgm:prSet presAssocID="{39E7D4E5-0DF5-49B0-8B82-52572A10F9B4}" presName="background" presStyleLbl="node0" presStyleIdx="0" presStyleCnt="3"/>
      <dgm:spPr/>
    </dgm:pt>
    <dgm:pt modelId="{848F7590-6BA9-4D7A-B8E2-7B44ADF7DE96}" type="pres">
      <dgm:prSet presAssocID="{39E7D4E5-0DF5-49B0-8B82-52572A10F9B4}" presName="text" presStyleLbl="fgAcc0" presStyleIdx="0" presStyleCnt="3">
        <dgm:presLayoutVars>
          <dgm:chPref val="3"/>
        </dgm:presLayoutVars>
      </dgm:prSet>
      <dgm:spPr/>
    </dgm:pt>
    <dgm:pt modelId="{35384626-614B-4E25-9E34-1B82331A542D}" type="pres">
      <dgm:prSet presAssocID="{39E7D4E5-0DF5-49B0-8B82-52572A10F9B4}" presName="hierChild2" presStyleCnt="0"/>
      <dgm:spPr/>
    </dgm:pt>
    <dgm:pt modelId="{F42D5985-3AF5-4BDF-80B0-E353267680E9}" type="pres">
      <dgm:prSet presAssocID="{9882C878-DA2D-4965-BBD0-5628D980AB56}" presName="hierRoot1" presStyleCnt="0"/>
      <dgm:spPr/>
    </dgm:pt>
    <dgm:pt modelId="{58FF0071-AA44-4E82-9A1E-0C5406C6D2D5}" type="pres">
      <dgm:prSet presAssocID="{9882C878-DA2D-4965-BBD0-5628D980AB56}" presName="composite" presStyleCnt="0"/>
      <dgm:spPr/>
    </dgm:pt>
    <dgm:pt modelId="{2139C566-723B-4E39-8934-0D3567F81AE4}" type="pres">
      <dgm:prSet presAssocID="{9882C878-DA2D-4965-BBD0-5628D980AB56}" presName="background" presStyleLbl="node0" presStyleIdx="1" presStyleCnt="3"/>
      <dgm:spPr/>
    </dgm:pt>
    <dgm:pt modelId="{AB36058A-7B34-4EBB-8FC6-36DC3207B6CF}" type="pres">
      <dgm:prSet presAssocID="{9882C878-DA2D-4965-BBD0-5628D980AB56}" presName="text" presStyleLbl="fgAcc0" presStyleIdx="1" presStyleCnt="3">
        <dgm:presLayoutVars>
          <dgm:chPref val="3"/>
        </dgm:presLayoutVars>
      </dgm:prSet>
      <dgm:spPr/>
    </dgm:pt>
    <dgm:pt modelId="{1086F05C-FA0C-4709-8B62-DE9F56D9446D}" type="pres">
      <dgm:prSet presAssocID="{9882C878-DA2D-4965-BBD0-5628D980AB56}" presName="hierChild2" presStyleCnt="0"/>
      <dgm:spPr/>
    </dgm:pt>
    <dgm:pt modelId="{836224F2-F470-49F7-9A48-91A17AA16073}" type="pres">
      <dgm:prSet presAssocID="{DE8660D9-D1C9-4A75-AC9E-0E39747303B0}" presName="hierRoot1" presStyleCnt="0"/>
      <dgm:spPr/>
    </dgm:pt>
    <dgm:pt modelId="{D29D13BA-CB9B-4204-B0F0-A37B900CE6E3}" type="pres">
      <dgm:prSet presAssocID="{DE8660D9-D1C9-4A75-AC9E-0E39747303B0}" presName="composite" presStyleCnt="0"/>
      <dgm:spPr/>
    </dgm:pt>
    <dgm:pt modelId="{5F32A192-47EA-48F0-B8F4-8091A47D8FE0}" type="pres">
      <dgm:prSet presAssocID="{DE8660D9-D1C9-4A75-AC9E-0E39747303B0}" presName="background" presStyleLbl="node0" presStyleIdx="2" presStyleCnt="3"/>
      <dgm:spPr/>
    </dgm:pt>
    <dgm:pt modelId="{DFAA0B47-C733-4CF2-BAF1-85E5F20E3C6D}" type="pres">
      <dgm:prSet presAssocID="{DE8660D9-D1C9-4A75-AC9E-0E39747303B0}" presName="text" presStyleLbl="fgAcc0" presStyleIdx="2" presStyleCnt="3">
        <dgm:presLayoutVars>
          <dgm:chPref val="3"/>
        </dgm:presLayoutVars>
      </dgm:prSet>
      <dgm:spPr/>
    </dgm:pt>
    <dgm:pt modelId="{68968E10-1A46-4738-91DB-8CC47DDA83E6}" type="pres">
      <dgm:prSet presAssocID="{DE8660D9-D1C9-4A75-AC9E-0E39747303B0}" presName="hierChild2" presStyleCnt="0"/>
      <dgm:spPr/>
    </dgm:pt>
  </dgm:ptLst>
  <dgm:cxnLst>
    <dgm:cxn modelId="{5C57B005-2146-4394-B0C4-1D8D13B166F6}" type="presOf" srcId="{9882C878-DA2D-4965-BBD0-5628D980AB56}" destId="{AB36058A-7B34-4EBB-8FC6-36DC3207B6CF}" srcOrd="0" destOrd="0" presId="urn:microsoft.com/office/officeart/2005/8/layout/hierarchy1"/>
    <dgm:cxn modelId="{7BD77A18-3289-4222-A6B1-B3F6EA03928E}" type="presOf" srcId="{67C6B68B-6532-448F-92CC-75252D3B6B8E}" destId="{9BB838FF-06F9-44F0-9673-040A65CD9296}" srcOrd="0" destOrd="0" presId="urn:microsoft.com/office/officeart/2005/8/layout/hierarchy1"/>
    <dgm:cxn modelId="{9F838333-93E1-466E-B1D0-BE5CF448BC94}" srcId="{67C6B68B-6532-448F-92CC-75252D3B6B8E}" destId="{DE8660D9-D1C9-4A75-AC9E-0E39747303B0}" srcOrd="2" destOrd="0" parTransId="{1E76D2BF-2E2F-4857-B1A2-A7923EC4DC02}" sibTransId="{105CA5B9-1D05-4F35-A015-AD2D583B8559}"/>
    <dgm:cxn modelId="{E5DEDC6D-EBF4-4F86-8F90-1CFAC4FB9054}" srcId="{67C6B68B-6532-448F-92CC-75252D3B6B8E}" destId="{39E7D4E5-0DF5-49B0-8B82-52572A10F9B4}" srcOrd="0" destOrd="0" parTransId="{25FC38DE-A62B-42A0-8E27-00B87FD5B154}" sibTransId="{50E98B39-8839-434F-931E-CE55FC640AA2}"/>
    <dgm:cxn modelId="{A896A755-2A44-4926-95E1-A0C57E96DA4D}" srcId="{67C6B68B-6532-448F-92CC-75252D3B6B8E}" destId="{9882C878-DA2D-4965-BBD0-5628D980AB56}" srcOrd="1" destOrd="0" parTransId="{17CA7CBE-F235-4E4A-9EF7-D471019E4208}" sibTransId="{D08EE43C-07A9-4636-83F4-39FF1CD7E938}"/>
    <dgm:cxn modelId="{E7794056-1A25-42FB-8E1B-C3C00BC1D561}" type="presOf" srcId="{DE8660D9-D1C9-4A75-AC9E-0E39747303B0}" destId="{DFAA0B47-C733-4CF2-BAF1-85E5F20E3C6D}" srcOrd="0" destOrd="0" presId="urn:microsoft.com/office/officeart/2005/8/layout/hierarchy1"/>
    <dgm:cxn modelId="{7BF665E3-D607-4D82-9DEA-F97CEF0B9C3C}" type="presOf" srcId="{39E7D4E5-0DF5-49B0-8B82-52572A10F9B4}" destId="{848F7590-6BA9-4D7A-B8E2-7B44ADF7DE96}" srcOrd="0" destOrd="0" presId="urn:microsoft.com/office/officeart/2005/8/layout/hierarchy1"/>
    <dgm:cxn modelId="{D2679FD8-739E-48B5-B9B6-002DE575A4BD}" type="presParOf" srcId="{9BB838FF-06F9-44F0-9673-040A65CD9296}" destId="{AB578461-436E-4381-9F09-193C397B4BA9}" srcOrd="0" destOrd="0" presId="urn:microsoft.com/office/officeart/2005/8/layout/hierarchy1"/>
    <dgm:cxn modelId="{4EADC0D7-AE28-4125-9B47-473C55621823}" type="presParOf" srcId="{AB578461-436E-4381-9F09-193C397B4BA9}" destId="{E3281F3A-613C-4B9D-A241-D6F04CE00900}" srcOrd="0" destOrd="0" presId="urn:microsoft.com/office/officeart/2005/8/layout/hierarchy1"/>
    <dgm:cxn modelId="{23BEC6CF-0C83-4EEF-9827-8E39829B655F}" type="presParOf" srcId="{E3281F3A-613C-4B9D-A241-D6F04CE00900}" destId="{D903F584-4B9B-4AEA-92DF-905B1484FB60}" srcOrd="0" destOrd="0" presId="urn:microsoft.com/office/officeart/2005/8/layout/hierarchy1"/>
    <dgm:cxn modelId="{12173201-2258-4D0E-A972-3AAB0EFF2073}" type="presParOf" srcId="{E3281F3A-613C-4B9D-A241-D6F04CE00900}" destId="{848F7590-6BA9-4D7A-B8E2-7B44ADF7DE96}" srcOrd="1" destOrd="0" presId="urn:microsoft.com/office/officeart/2005/8/layout/hierarchy1"/>
    <dgm:cxn modelId="{A3BCC880-062C-4F14-8229-BD1C5C2DDED3}" type="presParOf" srcId="{AB578461-436E-4381-9F09-193C397B4BA9}" destId="{35384626-614B-4E25-9E34-1B82331A542D}" srcOrd="1" destOrd="0" presId="urn:microsoft.com/office/officeart/2005/8/layout/hierarchy1"/>
    <dgm:cxn modelId="{5D66C762-08FA-4D45-B388-EE924E401457}" type="presParOf" srcId="{9BB838FF-06F9-44F0-9673-040A65CD9296}" destId="{F42D5985-3AF5-4BDF-80B0-E353267680E9}" srcOrd="1" destOrd="0" presId="urn:microsoft.com/office/officeart/2005/8/layout/hierarchy1"/>
    <dgm:cxn modelId="{9DF87ED3-3702-4DDE-A8B8-F40172A405D8}" type="presParOf" srcId="{F42D5985-3AF5-4BDF-80B0-E353267680E9}" destId="{58FF0071-AA44-4E82-9A1E-0C5406C6D2D5}" srcOrd="0" destOrd="0" presId="urn:microsoft.com/office/officeart/2005/8/layout/hierarchy1"/>
    <dgm:cxn modelId="{2DDAECA3-CA13-440D-B9F2-705AB3480361}" type="presParOf" srcId="{58FF0071-AA44-4E82-9A1E-0C5406C6D2D5}" destId="{2139C566-723B-4E39-8934-0D3567F81AE4}" srcOrd="0" destOrd="0" presId="urn:microsoft.com/office/officeart/2005/8/layout/hierarchy1"/>
    <dgm:cxn modelId="{4D4B8818-A913-4B8D-8739-4298A8704AEA}" type="presParOf" srcId="{58FF0071-AA44-4E82-9A1E-0C5406C6D2D5}" destId="{AB36058A-7B34-4EBB-8FC6-36DC3207B6CF}" srcOrd="1" destOrd="0" presId="urn:microsoft.com/office/officeart/2005/8/layout/hierarchy1"/>
    <dgm:cxn modelId="{12946174-FBCC-4D3E-BB9E-92E9456DD156}" type="presParOf" srcId="{F42D5985-3AF5-4BDF-80B0-E353267680E9}" destId="{1086F05C-FA0C-4709-8B62-DE9F56D9446D}" srcOrd="1" destOrd="0" presId="urn:microsoft.com/office/officeart/2005/8/layout/hierarchy1"/>
    <dgm:cxn modelId="{6AB07196-E153-45A1-90D5-0213E6C8D356}" type="presParOf" srcId="{9BB838FF-06F9-44F0-9673-040A65CD9296}" destId="{836224F2-F470-49F7-9A48-91A17AA16073}" srcOrd="2" destOrd="0" presId="urn:microsoft.com/office/officeart/2005/8/layout/hierarchy1"/>
    <dgm:cxn modelId="{9914C4D1-7F75-4938-BD3D-536289E83839}" type="presParOf" srcId="{836224F2-F470-49F7-9A48-91A17AA16073}" destId="{D29D13BA-CB9B-4204-B0F0-A37B900CE6E3}" srcOrd="0" destOrd="0" presId="urn:microsoft.com/office/officeart/2005/8/layout/hierarchy1"/>
    <dgm:cxn modelId="{2F5C9C73-047C-4D03-AD8E-D9F8827B1703}" type="presParOf" srcId="{D29D13BA-CB9B-4204-B0F0-A37B900CE6E3}" destId="{5F32A192-47EA-48F0-B8F4-8091A47D8FE0}" srcOrd="0" destOrd="0" presId="urn:microsoft.com/office/officeart/2005/8/layout/hierarchy1"/>
    <dgm:cxn modelId="{50498A72-4D0F-4136-A8B1-5F596B3B0629}" type="presParOf" srcId="{D29D13BA-CB9B-4204-B0F0-A37B900CE6E3}" destId="{DFAA0B47-C733-4CF2-BAF1-85E5F20E3C6D}" srcOrd="1" destOrd="0" presId="urn:microsoft.com/office/officeart/2005/8/layout/hierarchy1"/>
    <dgm:cxn modelId="{8B6B9B3B-A525-4111-96F1-873F95F5C17D}" type="presParOf" srcId="{836224F2-F470-49F7-9A48-91A17AA16073}" destId="{68968E10-1A46-4738-91DB-8CC47DDA83E6}"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9842C03-0664-49A6-A976-475F37858B5D}" type="doc">
      <dgm:prSet loTypeId="urn:microsoft.com/office/officeart/2005/8/layout/vList2" loCatId="list" qsTypeId="urn:microsoft.com/office/officeart/2005/8/quickstyle/simple4" qsCatId="simple" csTypeId="urn:microsoft.com/office/officeart/2005/8/colors/colorful5" csCatId="colorful" phldr="1"/>
      <dgm:spPr/>
      <dgm:t>
        <a:bodyPr/>
        <a:lstStyle/>
        <a:p>
          <a:endParaRPr lang="en-US"/>
        </a:p>
      </dgm:t>
    </dgm:pt>
    <dgm:pt modelId="{F58513BA-B170-4E51-8F78-4FAEDC2B3BB4}">
      <dgm:prSet/>
      <dgm:spPr/>
      <dgm:t>
        <a:bodyPr/>
        <a:lstStyle/>
        <a:p>
          <a:r>
            <a:rPr lang="pl-PL"/>
            <a:t>1. Zamiana interfejsu graficznego z PyQt na CustomTKinter</a:t>
          </a:r>
          <a:endParaRPr lang="en-US"/>
        </a:p>
      </dgm:t>
    </dgm:pt>
    <dgm:pt modelId="{B159F73E-6712-439E-8ACF-1FE957C86AA1}" type="parTrans" cxnId="{3C32E4F8-1F85-4FE4-98B7-791510C0934A}">
      <dgm:prSet/>
      <dgm:spPr/>
      <dgm:t>
        <a:bodyPr/>
        <a:lstStyle/>
        <a:p>
          <a:endParaRPr lang="en-US"/>
        </a:p>
      </dgm:t>
    </dgm:pt>
    <dgm:pt modelId="{C481693A-7EF0-4B32-B065-30726623FBC8}" type="sibTrans" cxnId="{3C32E4F8-1F85-4FE4-98B7-791510C0934A}">
      <dgm:prSet/>
      <dgm:spPr/>
      <dgm:t>
        <a:bodyPr/>
        <a:lstStyle/>
        <a:p>
          <a:endParaRPr lang="en-US"/>
        </a:p>
      </dgm:t>
    </dgm:pt>
    <dgm:pt modelId="{482F8CF5-4025-4C38-B4B0-516DD4495799}">
      <dgm:prSet/>
      <dgm:spPr/>
      <dgm:t>
        <a:bodyPr/>
        <a:lstStyle/>
        <a:p>
          <a:r>
            <a:rPr lang="pl-PL"/>
            <a:t>2. Poczyniono znaczny postęp w tworzeniu aplikacji pokazującej szkielet, lecz jeszcze </a:t>
          </a:r>
          <a:endParaRPr lang="en-US"/>
        </a:p>
      </dgm:t>
    </dgm:pt>
    <dgm:pt modelId="{28BD03AD-808A-436C-8733-B7A892229C4D}" type="parTrans" cxnId="{73977236-94EE-481E-A140-6F085C2D3FE0}">
      <dgm:prSet/>
      <dgm:spPr/>
      <dgm:t>
        <a:bodyPr/>
        <a:lstStyle/>
        <a:p>
          <a:endParaRPr lang="en-US"/>
        </a:p>
      </dgm:t>
    </dgm:pt>
    <dgm:pt modelId="{B9B7A732-B24D-4C38-B5A2-AE9F3765E60A}" type="sibTrans" cxnId="{73977236-94EE-481E-A140-6F085C2D3FE0}">
      <dgm:prSet/>
      <dgm:spPr/>
      <dgm:t>
        <a:bodyPr/>
        <a:lstStyle/>
        <a:p>
          <a:endParaRPr lang="en-US"/>
        </a:p>
      </dgm:t>
    </dgm:pt>
    <dgm:pt modelId="{B3DF7B4E-B759-4444-A478-AA85BF0753E5}">
      <dgm:prSet/>
      <dgm:spPr/>
      <dgm:t>
        <a:bodyPr/>
        <a:lstStyle/>
        <a:p>
          <a:r>
            <a:rPr lang="pl-PL" dirty="0"/>
            <a:t>3. Brakuje poprawnego wykrywania kątów oraz nie mamy odpowiednio dobranego szkieletu</a:t>
          </a:r>
          <a:endParaRPr lang="en-US" dirty="0"/>
        </a:p>
      </dgm:t>
    </dgm:pt>
    <dgm:pt modelId="{CDB2E290-446F-4F2C-800F-AB68B293F050}" type="parTrans" cxnId="{FD511113-838B-4402-90EE-97539488FE4E}">
      <dgm:prSet/>
      <dgm:spPr/>
      <dgm:t>
        <a:bodyPr/>
        <a:lstStyle/>
        <a:p>
          <a:endParaRPr lang="en-US"/>
        </a:p>
      </dgm:t>
    </dgm:pt>
    <dgm:pt modelId="{C3A5CEE2-F404-425C-8B68-9607CA16474F}" type="sibTrans" cxnId="{FD511113-838B-4402-90EE-97539488FE4E}">
      <dgm:prSet/>
      <dgm:spPr/>
      <dgm:t>
        <a:bodyPr/>
        <a:lstStyle/>
        <a:p>
          <a:endParaRPr lang="en-US"/>
        </a:p>
      </dgm:t>
    </dgm:pt>
    <dgm:pt modelId="{D223E7F2-20F9-4D54-B854-00019582E55E}" type="pres">
      <dgm:prSet presAssocID="{E9842C03-0664-49A6-A976-475F37858B5D}" presName="linear" presStyleCnt="0">
        <dgm:presLayoutVars>
          <dgm:animLvl val="lvl"/>
          <dgm:resizeHandles val="exact"/>
        </dgm:presLayoutVars>
      </dgm:prSet>
      <dgm:spPr/>
    </dgm:pt>
    <dgm:pt modelId="{184CEF87-2081-410D-92A0-BA37A19CE706}" type="pres">
      <dgm:prSet presAssocID="{F58513BA-B170-4E51-8F78-4FAEDC2B3BB4}" presName="parentText" presStyleLbl="node1" presStyleIdx="0" presStyleCnt="3">
        <dgm:presLayoutVars>
          <dgm:chMax val="0"/>
          <dgm:bulletEnabled val="1"/>
        </dgm:presLayoutVars>
      </dgm:prSet>
      <dgm:spPr/>
    </dgm:pt>
    <dgm:pt modelId="{CB4A01CC-0B79-4AE6-AB0F-AF693E3213BC}" type="pres">
      <dgm:prSet presAssocID="{C481693A-7EF0-4B32-B065-30726623FBC8}" presName="spacer" presStyleCnt="0"/>
      <dgm:spPr/>
    </dgm:pt>
    <dgm:pt modelId="{EF995E40-089C-4298-989C-40485B4BD8D5}" type="pres">
      <dgm:prSet presAssocID="{482F8CF5-4025-4C38-B4B0-516DD4495799}" presName="parentText" presStyleLbl="node1" presStyleIdx="1" presStyleCnt="3">
        <dgm:presLayoutVars>
          <dgm:chMax val="0"/>
          <dgm:bulletEnabled val="1"/>
        </dgm:presLayoutVars>
      </dgm:prSet>
      <dgm:spPr/>
    </dgm:pt>
    <dgm:pt modelId="{F47AEB84-CBEB-4ED8-9718-8F6C90D0BDC7}" type="pres">
      <dgm:prSet presAssocID="{B9B7A732-B24D-4C38-B5A2-AE9F3765E60A}" presName="spacer" presStyleCnt="0"/>
      <dgm:spPr/>
    </dgm:pt>
    <dgm:pt modelId="{783C1BF8-F2F3-4044-948F-BCEC670D344A}" type="pres">
      <dgm:prSet presAssocID="{B3DF7B4E-B759-4444-A478-AA85BF0753E5}" presName="parentText" presStyleLbl="node1" presStyleIdx="2" presStyleCnt="3">
        <dgm:presLayoutVars>
          <dgm:chMax val="0"/>
          <dgm:bulletEnabled val="1"/>
        </dgm:presLayoutVars>
      </dgm:prSet>
      <dgm:spPr/>
    </dgm:pt>
  </dgm:ptLst>
  <dgm:cxnLst>
    <dgm:cxn modelId="{FD511113-838B-4402-90EE-97539488FE4E}" srcId="{E9842C03-0664-49A6-A976-475F37858B5D}" destId="{B3DF7B4E-B759-4444-A478-AA85BF0753E5}" srcOrd="2" destOrd="0" parTransId="{CDB2E290-446F-4F2C-800F-AB68B293F050}" sibTransId="{C3A5CEE2-F404-425C-8B68-9607CA16474F}"/>
    <dgm:cxn modelId="{3289A229-5968-4EB2-A3ED-1C2033DD9E61}" type="presOf" srcId="{B3DF7B4E-B759-4444-A478-AA85BF0753E5}" destId="{783C1BF8-F2F3-4044-948F-BCEC670D344A}" srcOrd="0" destOrd="0" presId="urn:microsoft.com/office/officeart/2005/8/layout/vList2"/>
    <dgm:cxn modelId="{73977236-94EE-481E-A140-6F085C2D3FE0}" srcId="{E9842C03-0664-49A6-A976-475F37858B5D}" destId="{482F8CF5-4025-4C38-B4B0-516DD4495799}" srcOrd="1" destOrd="0" parTransId="{28BD03AD-808A-436C-8733-B7A892229C4D}" sibTransId="{B9B7A732-B24D-4C38-B5A2-AE9F3765E60A}"/>
    <dgm:cxn modelId="{DAF53A4C-E36C-4350-B254-DFC9A576E48D}" type="presOf" srcId="{F58513BA-B170-4E51-8F78-4FAEDC2B3BB4}" destId="{184CEF87-2081-410D-92A0-BA37A19CE706}" srcOrd="0" destOrd="0" presId="urn:microsoft.com/office/officeart/2005/8/layout/vList2"/>
    <dgm:cxn modelId="{2B2CC09A-A5F7-423C-84D3-F41C2B58C12F}" type="presOf" srcId="{E9842C03-0664-49A6-A976-475F37858B5D}" destId="{D223E7F2-20F9-4D54-B854-00019582E55E}" srcOrd="0" destOrd="0" presId="urn:microsoft.com/office/officeart/2005/8/layout/vList2"/>
    <dgm:cxn modelId="{E74200E0-230C-49A0-AD3F-8D820EBAB764}" type="presOf" srcId="{482F8CF5-4025-4C38-B4B0-516DD4495799}" destId="{EF995E40-089C-4298-989C-40485B4BD8D5}" srcOrd="0" destOrd="0" presId="urn:microsoft.com/office/officeart/2005/8/layout/vList2"/>
    <dgm:cxn modelId="{3C32E4F8-1F85-4FE4-98B7-791510C0934A}" srcId="{E9842C03-0664-49A6-A976-475F37858B5D}" destId="{F58513BA-B170-4E51-8F78-4FAEDC2B3BB4}" srcOrd="0" destOrd="0" parTransId="{B159F73E-6712-439E-8ACF-1FE957C86AA1}" sibTransId="{C481693A-7EF0-4B32-B065-30726623FBC8}"/>
    <dgm:cxn modelId="{4ABD39C2-FF93-40B6-8CA9-BBDEDA65CA42}" type="presParOf" srcId="{D223E7F2-20F9-4D54-B854-00019582E55E}" destId="{184CEF87-2081-410D-92A0-BA37A19CE706}" srcOrd="0" destOrd="0" presId="urn:microsoft.com/office/officeart/2005/8/layout/vList2"/>
    <dgm:cxn modelId="{CAD59F7C-5C72-4A03-8D34-11D727A0CC4E}" type="presParOf" srcId="{D223E7F2-20F9-4D54-B854-00019582E55E}" destId="{CB4A01CC-0B79-4AE6-AB0F-AF693E3213BC}" srcOrd="1" destOrd="0" presId="urn:microsoft.com/office/officeart/2005/8/layout/vList2"/>
    <dgm:cxn modelId="{FC6E1801-CF81-4B94-802E-459246492057}" type="presParOf" srcId="{D223E7F2-20F9-4D54-B854-00019582E55E}" destId="{EF995E40-089C-4298-989C-40485B4BD8D5}" srcOrd="2" destOrd="0" presId="urn:microsoft.com/office/officeart/2005/8/layout/vList2"/>
    <dgm:cxn modelId="{3BA8DAC4-E6AA-4FCE-9C6A-6EDEC8F02CD0}" type="presParOf" srcId="{D223E7F2-20F9-4D54-B854-00019582E55E}" destId="{F47AEB84-CBEB-4ED8-9718-8F6C90D0BDC7}" srcOrd="3" destOrd="0" presId="urn:microsoft.com/office/officeart/2005/8/layout/vList2"/>
    <dgm:cxn modelId="{84824E33-DA02-46FD-ADDF-E1574DA4326F}" type="presParOf" srcId="{D223E7F2-20F9-4D54-B854-00019582E55E}" destId="{783C1BF8-F2F3-4044-948F-BCEC670D344A}"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1B11313-23AF-4DC3-8006-CE1DBD39664F}"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4EE11A6C-5A72-4705-9294-A1BEEAA9D23C}">
      <dgm:prSet/>
      <dgm:spPr/>
      <dgm:t>
        <a:bodyPr/>
        <a:lstStyle/>
        <a:p>
          <a:r>
            <a:rPr lang="pl-PL"/>
            <a:t>1. Działający model szkieletu</a:t>
          </a:r>
          <a:endParaRPr lang="en-US"/>
        </a:p>
      </dgm:t>
    </dgm:pt>
    <dgm:pt modelId="{179654CD-E03C-4A38-9C28-CDE44059C283}" type="parTrans" cxnId="{5B3BD9D2-0D10-45E8-8B53-78F06E937632}">
      <dgm:prSet/>
      <dgm:spPr/>
      <dgm:t>
        <a:bodyPr/>
        <a:lstStyle/>
        <a:p>
          <a:endParaRPr lang="en-US"/>
        </a:p>
      </dgm:t>
    </dgm:pt>
    <dgm:pt modelId="{2FB84B19-7BA0-42E4-9765-A5E93E8E52DB}" type="sibTrans" cxnId="{5B3BD9D2-0D10-45E8-8B53-78F06E937632}">
      <dgm:prSet/>
      <dgm:spPr/>
      <dgm:t>
        <a:bodyPr/>
        <a:lstStyle/>
        <a:p>
          <a:endParaRPr lang="en-US"/>
        </a:p>
      </dgm:t>
    </dgm:pt>
    <dgm:pt modelId="{C5D372BF-26B0-4AA1-8DD0-2B8427456BB2}">
      <dgm:prSet/>
      <dgm:spPr/>
      <dgm:t>
        <a:bodyPr/>
        <a:lstStyle/>
        <a:p>
          <a:r>
            <a:rPr lang="pl-PL"/>
            <a:t>2. Prace nad optymalizacją szkieletu </a:t>
          </a:r>
          <a:endParaRPr lang="en-US"/>
        </a:p>
      </dgm:t>
    </dgm:pt>
    <dgm:pt modelId="{14BDEBF2-D078-4B8B-9279-E451F1CD7195}" type="parTrans" cxnId="{0B93DA0D-1B3D-46EE-8C42-029B2066E3CA}">
      <dgm:prSet/>
      <dgm:spPr/>
      <dgm:t>
        <a:bodyPr/>
        <a:lstStyle/>
        <a:p>
          <a:endParaRPr lang="en-US"/>
        </a:p>
      </dgm:t>
    </dgm:pt>
    <dgm:pt modelId="{8AAF3F46-BDAA-4557-942A-08CE08103C79}" type="sibTrans" cxnId="{0B93DA0D-1B3D-46EE-8C42-029B2066E3CA}">
      <dgm:prSet/>
      <dgm:spPr/>
      <dgm:t>
        <a:bodyPr/>
        <a:lstStyle/>
        <a:p>
          <a:endParaRPr lang="en-US"/>
        </a:p>
      </dgm:t>
    </dgm:pt>
    <dgm:pt modelId="{14F0675B-46AA-476F-B366-C1CAD788FBFA}">
      <dgm:prSet/>
      <dgm:spPr/>
      <dgm:t>
        <a:bodyPr/>
        <a:lstStyle/>
        <a:p>
          <a:r>
            <a:rPr lang="pl-PL"/>
            <a:t>3. Testy i wybór dokładności modelu szkieletu</a:t>
          </a:r>
          <a:endParaRPr lang="en-US"/>
        </a:p>
      </dgm:t>
    </dgm:pt>
    <dgm:pt modelId="{BAEFD0F9-FDDD-4CE2-8DE5-AFD9B7D9C340}" type="parTrans" cxnId="{5FF467BE-8F3C-4CD5-A088-9ACA34E607FB}">
      <dgm:prSet/>
      <dgm:spPr/>
      <dgm:t>
        <a:bodyPr/>
        <a:lstStyle/>
        <a:p>
          <a:endParaRPr lang="en-US"/>
        </a:p>
      </dgm:t>
    </dgm:pt>
    <dgm:pt modelId="{7457F5E5-87AF-472F-B5A2-1984D709D4CF}" type="sibTrans" cxnId="{5FF467BE-8F3C-4CD5-A088-9ACA34E607FB}">
      <dgm:prSet/>
      <dgm:spPr/>
      <dgm:t>
        <a:bodyPr/>
        <a:lstStyle/>
        <a:p>
          <a:endParaRPr lang="en-US"/>
        </a:p>
      </dgm:t>
    </dgm:pt>
    <dgm:pt modelId="{29E8AF1F-A490-4A25-8847-EBB42D38DEAA}" type="pres">
      <dgm:prSet presAssocID="{A1B11313-23AF-4DC3-8006-CE1DBD39664F}" presName="hierChild1" presStyleCnt="0">
        <dgm:presLayoutVars>
          <dgm:chPref val="1"/>
          <dgm:dir/>
          <dgm:animOne val="branch"/>
          <dgm:animLvl val="lvl"/>
          <dgm:resizeHandles/>
        </dgm:presLayoutVars>
      </dgm:prSet>
      <dgm:spPr/>
    </dgm:pt>
    <dgm:pt modelId="{B0974119-0353-4D29-96A3-EE7E9E62B728}" type="pres">
      <dgm:prSet presAssocID="{4EE11A6C-5A72-4705-9294-A1BEEAA9D23C}" presName="hierRoot1" presStyleCnt="0"/>
      <dgm:spPr/>
    </dgm:pt>
    <dgm:pt modelId="{84750A54-DB79-426E-BCB3-661B8400476C}" type="pres">
      <dgm:prSet presAssocID="{4EE11A6C-5A72-4705-9294-A1BEEAA9D23C}" presName="composite" presStyleCnt="0"/>
      <dgm:spPr/>
    </dgm:pt>
    <dgm:pt modelId="{2C93532D-536B-4691-80E0-98396FDE83AB}" type="pres">
      <dgm:prSet presAssocID="{4EE11A6C-5A72-4705-9294-A1BEEAA9D23C}" presName="background" presStyleLbl="node0" presStyleIdx="0" presStyleCnt="3"/>
      <dgm:spPr/>
    </dgm:pt>
    <dgm:pt modelId="{A5B42C54-D278-4AF5-B51C-B9671445E69A}" type="pres">
      <dgm:prSet presAssocID="{4EE11A6C-5A72-4705-9294-A1BEEAA9D23C}" presName="text" presStyleLbl="fgAcc0" presStyleIdx="0" presStyleCnt="3">
        <dgm:presLayoutVars>
          <dgm:chPref val="3"/>
        </dgm:presLayoutVars>
      </dgm:prSet>
      <dgm:spPr/>
    </dgm:pt>
    <dgm:pt modelId="{DE6F9B64-28BF-45CC-A34E-EECD5B385163}" type="pres">
      <dgm:prSet presAssocID="{4EE11A6C-5A72-4705-9294-A1BEEAA9D23C}" presName="hierChild2" presStyleCnt="0"/>
      <dgm:spPr/>
    </dgm:pt>
    <dgm:pt modelId="{50F90049-8284-48D5-89EB-D8A337AC7EE3}" type="pres">
      <dgm:prSet presAssocID="{C5D372BF-26B0-4AA1-8DD0-2B8427456BB2}" presName="hierRoot1" presStyleCnt="0"/>
      <dgm:spPr/>
    </dgm:pt>
    <dgm:pt modelId="{37162E2E-7888-4A85-BFA5-BC41A45E17B4}" type="pres">
      <dgm:prSet presAssocID="{C5D372BF-26B0-4AA1-8DD0-2B8427456BB2}" presName="composite" presStyleCnt="0"/>
      <dgm:spPr/>
    </dgm:pt>
    <dgm:pt modelId="{2218E74C-485D-4E31-BBE3-3E6ADA9CC208}" type="pres">
      <dgm:prSet presAssocID="{C5D372BF-26B0-4AA1-8DD0-2B8427456BB2}" presName="background" presStyleLbl="node0" presStyleIdx="1" presStyleCnt="3"/>
      <dgm:spPr/>
    </dgm:pt>
    <dgm:pt modelId="{72DC48A4-E7E2-4C14-A507-C3661AA7B994}" type="pres">
      <dgm:prSet presAssocID="{C5D372BF-26B0-4AA1-8DD0-2B8427456BB2}" presName="text" presStyleLbl="fgAcc0" presStyleIdx="1" presStyleCnt="3">
        <dgm:presLayoutVars>
          <dgm:chPref val="3"/>
        </dgm:presLayoutVars>
      </dgm:prSet>
      <dgm:spPr/>
    </dgm:pt>
    <dgm:pt modelId="{018B08A0-E236-4986-BD5C-C8A97E47D9F5}" type="pres">
      <dgm:prSet presAssocID="{C5D372BF-26B0-4AA1-8DD0-2B8427456BB2}" presName="hierChild2" presStyleCnt="0"/>
      <dgm:spPr/>
    </dgm:pt>
    <dgm:pt modelId="{9ED8C2E0-2210-451C-8845-31A8BC3CAD7E}" type="pres">
      <dgm:prSet presAssocID="{14F0675B-46AA-476F-B366-C1CAD788FBFA}" presName="hierRoot1" presStyleCnt="0"/>
      <dgm:spPr/>
    </dgm:pt>
    <dgm:pt modelId="{0493B3AB-B8E7-4FE5-B4A2-CB78C9A8B479}" type="pres">
      <dgm:prSet presAssocID="{14F0675B-46AA-476F-B366-C1CAD788FBFA}" presName="composite" presStyleCnt="0"/>
      <dgm:spPr/>
    </dgm:pt>
    <dgm:pt modelId="{F0FE24F3-1EC5-4226-9F97-9A8A9FCAE863}" type="pres">
      <dgm:prSet presAssocID="{14F0675B-46AA-476F-B366-C1CAD788FBFA}" presName="background" presStyleLbl="node0" presStyleIdx="2" presStyleCnt="3"/>
      <dgm:spPr/>
    </dgm:pt>
    <dgm:pt modelId="{18778785-DC53-44DB-AEC3-98DD8FE4B091}" type="pres">
      <dgm:prSet presAssocID="{14F0675B-46AA-476F-B366-C1CAD788FBFA}" presName="text" presStyleLbl="fgAcc0" presStyleIdx="2" presStyleCnt="3">
        <dgm:presLayoutVars>
          <dgm:chPref val="3"/>
        </dgm:presLayoutVars>
      </dgm:prSet>
      <dgm:spPr/>
    </dgm:pt>
    <dgm:pt modelId="{E26963EF-B6B9-4366-A49E-589B72364C59}" type="pres">
      <dgm:prSet presAssocID="{14F0675B-46AA-476F-B366-C1CAD788FBFA}" presName="hierChild2" presStyleCnt="0"/>
      <dgm:spPr/>
    </dgm:pt>
  </dgm:ptLst>
  <dgm:cxnLst>
    <dgm:cxn modelId="{0B93DA0D-1B3D-46EE-8C42-029B2066E3CA}" srcId="{A1B11313-23AF-4DC3-8006-CE1DBD39664F}" destId="{C5D372BF-26B0-4AA1-8DD0-2B8427456BB2}" srcOrd="1" destOrd="0" parTransId="{14BDEBF2-D078-4B8B-9279-E451F1CD7195}" sibTransId="{8AAF3F46-BDAA-4557-942A-08CE08103C79}"/>
    <dgm:cxn modelId="{3CF66C51-5B28-406B-BBB0-1F90FEDC7541}" type="presOf" srcId="{C5D372BF-26B0-4AA1-8DD0-2B8427456BB2}" destId="{72DC48A4-E7E2-4C14-A507-C3661AA7B994}" srcOrd="0" destOrd="0" presId="urn:microsoft.com/office/officeart/2005/8/layout/hierarchy1"/>
    <dgm:cxn modelId="{62046E53-8342-4979-997A-DC32F60302BD}" type="presOf" srcId="{4EE11A6C-5A72-4705-9294-A1BEEAA9D23C}" destId="{A5B42C54-D278-4AF5-B51C-B9671445E69A}" srcOrd="0" destOrd="0" presId="urn:microsoft.com/office/officeart/2005/8/layout/hierarchy1"/>
    <dgm:cxn modelId="{EC5126B5-657C-483C-B78E-59216FF078D6}" type="presOf" srcId="{A1B11313-23AF-4DC3-8006-CE1DBD39664F}" destId="{29E8AF1F-A490-4A25-8847-EBB42D38DEAA}" srcOrd="0" destOrd="0" presId="urn:microsoft.com/office/officeart/2005/8/layout/hierarchy1"/>
    <dgm:cxn modelId="{4D114BBD-D098-4E19-AF13-E039BBA5E92A}" type="presOf" srcId="{14F0675B-46AA-476F-B366-C1CAD788FBFA}" destId="{18778785-DC53-44DB-AEC3-98DD8FE4B091}" srcOrd="0" destOrd="0" presId="urn:microsoft.com/office/officeart/2005/8/layout/hierarchy1"/>
    <dgm:cxn modelId="{5FF467BE-8F3C-4CD5-A088-9ACA34E607FB}" srcId="{A1B11313-23AF-4DC3-8006-CE1DBD39664F}" destId="{14F0675B-46AA-476F-B366-C1CAD788FBFA}" srcOrd="2" destOrd="0" parTransId="{BAEFD0F9-FDDD-4CE2-8DE5-AFD9B7D9C340}" sibTransId="{7457F5E5-87AF-472F-B5A2-1984D709D4CF}"/>
    <dgm:cxn modelId="{5B3BD9D2-0D10-45E8-8B53-78F06E937632}" srcId="{A1B11313-23AF-4DC3-8006-CE1DBD39664F}" destId="{4EE11A6C-5A72-4705-9294-A1BEEAA9D23C}" srcOrd="0" destOrd="0" parTransId="{179654CD-E03C-4A38-9C28-CDE44059C283}" sibTransId="{2FB84B19-7BA0-42E4-9765-A5E93E8E52DB}"/>
    <dgm:cxn modelId="{90B0F514-5B23-4516-983F-381C68A2F18F}" type="presParOf" srcId="{29E8AF1F-A490-4A25-8847-EBB42D38DEAA}" destId="{B0974119-0353-4D29-96A3-EE7E9E62B728}" srcOrd="0" destOrd="0" presId="urn:microsoft.com/office/officeart/2005/8/layout/hierarchy1"/>
    <dgm:cxn modelId="{ED1C1930-A4E0-49A3-985B-6D905115A15A}" type="presParOf" srcId="{B0974119-0353-4D29-96A3-EE7E9E62B728}" destId="{84750A54-DB79-426E-BCB3-661B8400476C}" srcOrd="0" destOrd="0" presId="urn:microsoft.com/office/officeart/2005/8/layout/hierarchy1"/>
    <dgm:cxn modelId="{AAB01378-29F5-45F9-BD8B-1D9E5B9765CC}" type="presParOf" srcId="{84750A54-DB79-426E-BCB3-661B8400476C}" destId="{2C93532D-536B-4691-80E0-98396FDE83AB}" srcOrd="0" destOrd="0" presId="urn:microsoft.com/office/officeart/2005/8/layout/hierarchy1"/>
    <dgm:cxn modelId="{882AF1AC-4039-4148-8F14-1959AAC91D45}" type="presParOf" srcId="{84750A54-DB79-426E-BCB3-661B8400476C}" destId="{A5B42C54-D278-4AF5-B51C-B9671445E69A}" srcOrd="1" destOrd="0" presId="urn:microsoft.com/office/officeart/2005/8/layout/hierarchy1"/>
    <dgm:cxn modelId="{5C878E2F-FB0A-432E-A4BF-0B040987611A}" type="presParOf" srcId="{B0974119-0353-4D29-96A3-EE7E9E62B728}" destId="{DE6F9B64-28BF-45CC-A34E-EECD5B385163}" srcOrd="1" destOrd="0" presId="urn:microsoft.com/office/officeart/2005/8/layout/hierarchy1"/>
    <dgm:cxn modelId="{CBC8F0AC-57A1-46C1-99D3-80B6CC0D9633}" type="presParOf" srcId="{29E8AF1F-A490-4A25-8847-EBB42D38DEAA}" destId="{50F90049-8284-48D5-89EB-D8A337AC7EE3}" srcOrd="1" destOrd="0" presId="urn:microsoft.com/office/officeart/2005/8/layout/hierarchy1"/>
    <dgm:cxn modelId="{AEF7C663-3EF6-42F0-B114-239041BF71B4}" type="presParOf" srcId="{50F90049-8284-48D5-89EB-D8A337AC7EE3}" destId="{37162E2E-7888-4A85-BFA5-BC41A45E17B4}" srcOrd="0" destOrd="0" presId="urn:microsoft.com/office/officeart/2005/8/layout/hierarchy1"/>
    <dgm:cxn modelId="{B0EB152F-893C-471E-9DCE-F8F681AFE71D}" type="presParOf" srcId="{37162E2E-7888-4A85-BFA5-BC41A45E17B4}" destId="{2218E74C-485D-4E31-BBE3-3E6ADA9CC208}" srcOrd="0" destOrd="0" presId="urn:microsoft.com/office/officeart/2005/8/layout/hierarchy1"/>
    <dgm:cxn modelId="{749DE501-E0D2-49EA-884E-4E4467354818}" type="presParOf" srcId="{37162E2E-7888-4A85-BFA5-BC41A45E17B4}" destId="{72DC48A4-E7E2-4C14-A507-C3661AA7B994}" srcOrd="1" destOrd="0" presId="urn:microsoft.com/office/officeart/2005/8/layout/hierarchy1"/>
    <dgm:cxn modelId="{4070C382-20AC-4640-BD47-94831AEAF2AD}" type="presParOf" srcId="{50F90049-8284-48D5-89EB-D8A337AC7EE3}" destId="{018B08A0-E236-4986-BD5C-C8A97E47D9F5}" srcOrd="1" destOrd="0" presId="urn:microsoft.com/office/officeart/2005/8/layout/hierarchy1"/>
    <dgm:cxn modelId="{93592BDC-8176-4CC1-A33D-E09D0377C0B2}" type="presParOf" srcId="{29E8AF1F-A490-4A25-8847-EBB42D38DEAA}" destId="{9ED8C2E0-2210-451C-8845-31A8BC3CAD7E}" srcOrd="2" destOrd="0" presId="urn:microsoft.com/office/officeart/2005/8/layout/hierarchy1"/>
    <dgm:cxn modelId="{F39B8FF5-47BE-4629-BA31-718E5ED022BD}" type="presParOf" srcId="{9ED8C2E0-2210-451C-8845-31A8BC3CAD7E}" destId="{0493B3AB-B8E7-4FE5-B4A2-CB78C9A8B479}" srcOrd="0" destOrd="0" presId="urn:microsoft.com/office/officeart/2005/8/layout/hierarchy1"/>
    <dgm:cxn modelId="{7CA5F803-749F-4651-B52C-DA7722C05708}" type="presParOf" srcId="{0493B3AB-B8E7-4FE5-B4A2-CB78C9A8B479}" destId="{F0FE24F3-1EC5-4226-9F97-9A8A9FCAE863}" srcOrd="0" destOrd="0" presId="urn:microsoft.com/office/officeart/2005/8/layout/hierarchy1"/>
    <dgm:cxn modelId="{A1E54881-C441-48A2-B863-2CA2A5B807C0}" type="presParOf" srcId="{0493B3AB-B8E7-4FE5-B4A2-CB78C9A8B479}" destId="{18778785-DC53-44DB-AEC3-98DD8FE4B091}" srcOrd="1" destOrd="0" presId="urn:microsoft.com/office/officeart/2005/8/layout/hierarchy1"/>
    <dgm:cxn modelId="{F76819D2-DE95-48C8-AC15-C472A01E752F}" type="presParOf" srcId="{9ED8C2E0-2210-451C-8845-31A8BC3CAD7E}" destId="{E26963EF-B6B9-4366-A49E-589B72364C59}"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64CA5E0-2B0D-4F95-B9D7-E1EEC81A812C}"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1D8EFA26-6921-452C-9465-339D2C096F03}">
      <dgm:prSet/>
      <dgm:spPr/>
      <dgm:t>
        <a:bodyPr/>
        <a:lstStyle/>
        <a:p>
          <a:r>
            <a:rPr lang="pl-PL"/>
            <a:t>1. Testy przełożenia obliczeń na GPU</a:t>
          </a:r>
          <a:endParaRPr lang="en-US"/>
        </a:p>
      </dgm:t>
    </dgm:pt>
    <dgm:pt modelId="{6DE9C116-4B21-441C-82D7-2D5D71CA7ECA}" type="parTrans" cxnId="{95190CB1-75ED-40C5-8DEE-EE1D22878191}">
      <dgm:prSet/>
      <dgm:spPr/>
      <dgm:t>
        <a:bodyPr/>
        <a:lstStyle/>
        <a:p>
          <a:endParaRPr lang="en-US"/>
        </a:p>
      </dgm:t>
    </dgm:pt>
    <dgm:pt modelId="{066F992D-DC12-40DC-8AA2-65FAB36E1DFD}" type="sibTrans" cxnId="{95190CB1-75ED-40C5-8DEE-EE1D22878191}">
      <dgm:prSet/>
      <dgm:spPr/>
      <dgm:t>
        <a:bodyPr/>
        <a:lstStyle/>
        <a:p>
          <a:endParaRPr lang="en-US"/>
        </a:p>
      </dgm:t>
    </dgm:pt>
    <dgm:pt modelId="{DDAAAABB-84C6-47C2-9B98-19194E8E3609}">
      <dgm:prSet/>
      <dgm:spPr/>
      <dgm:t>
        <a:bodyPr/>
        <a:lstStyle/>
        <a:p>
          <a:r>
            <a:rPr lang="pl-PL"/>
            <a:t>2. Ulepszenie skryptu do detekcji szkieletu</a:t>
          </a:r>
          <a:endParaRPr lang="en-US"/>
        </a:p>
      </dgm:t>
    </dgm:pt>
    <dgm:pt modelId="{01B1AA18-A25A-4BAC-9E95-DE0B506130AD}" type="parTrans" cxnId="{8D4C7D77-3EDF-4594-A9FD-CAB03435D523}">
      <dgm:prSet/>
      <dgm:spPr/>
      <dgm:t>
        <a:bodyPr/>
        <a:lstStyle/>
        <a:p>
          <a:endParaRPr lang="en-US"/>
        </a:p>
      </dgm:t>
    </dgm:pt>
    <dgm:pt modelId="{0B60B3C2-3F88-4553-9890-176091C3D328}" type="sibTrans" cxnId="{8D4C7D77-3EDF-4594-A9FD-CAB03435D523}">
      <dgm:prSet/>
      <dgm:spPr/>
      <dgm:t>
        <a:bodyPr/>
        <a:lstStyle/>
        <a:p>
          <a:endParaRPr lang="en-US"/>
        </a:p>
      </dgm:t>
    </dgm:pt>
    <dgm:pt modelId="{34CA1902-84D1-4D15-8986-9C1B07A9DB1D}">
      <dgm:prSet/>
      <dgm:spPr/>
      <dgm:t>
        <a:bodyPr/>
        <a:lstStyle/>
        <a:p>
          <a:r>
            <a:rPr lang="pl-PL"/>
            <a:t>3. Poprawa dokładności modelu szkieletu</a:t>
          </a:r>
          <a:endParaRPr lang="en-US"/>
        </a:p>
      </dgm:t>
    </dgm:pt>
    <dgm:pt modelId="{F82E30CD-DECF-4C4B-ABE7-3774C8DA24FB}" type="parTrans" cxnId="{6EB61780-87BA-491E-BEE3-C6CFA6BDF711}">
      <dgm:prSet/>
      <dgm:spPr/>
      <dgm:t>
        <a:bodyPr/>
        <a:lstStyle/>
        <a:p>
          <a:endParaRPr lang="en-US"/>
        </a:p>
      </dgm:t>
    </dgm:pt>
    <dgm:pt modelId="{A47931BC-0B79-43B8-AC1D-1F53C8E6A8BA}" type="sibTrans" cxnId="{6EB61780-87BA-491E-BEE3-C6CFA6BDF711}">
      <dgm:prSet/>
      <dgm:spPr/>
      <dgm:t>
        <a:bodyPr/>
        <a:lstStyle/>
        <a:p>
          <a:endParaRPr lang="en-US"/>
        </a:p>
      </dgm:t>
    </dgm:pt>
    <dgm:pt modelId="{EF15FE07-B87A-4921-8D0B-B3F6F94BD569}" type="pres">
      <dgm:prSet presAssocID="{E64CA5E0-2B0D-4F95-B9D7-E1EEC81A812C}" presName="linear" presStyleCnt="0">
        <dgm:presLayoutVars>
          <dgm:animLvl val="lvl"/>
          <dgm:resizeHandles val="exact"/>
        </dgm:presLayoutVars>
      </dgm:prSet>
      <dgm:spPr/>
    </dgm:pt>
    <dgm:pt modelId="{EE5E559D-F6C1-4D91-9E38-00EBB43CE25E}" type="pres">
      <dgm:prSet presAssocID="{1D8EFA26-6921-452C-9465-339D2C096F03}" presName="parentText" presStyleLbl="node1" presStyleIdx="0" presStyleCnt="3">
        <dgm:presLayoutVars>
          <dgm:chMax val="0"/>
          <dgm:bulletEnabled val="1"/>
        </dgm:presLayoutVars>
      </dgm:prSet>
      <dgm:spPr/>
    </dgm:pt>
    <dgm:pt modelId="{B80F316A-9884-487E-BBEA-F96EF6A8CFAE}" type="pres">
      <dgm:prSet presAssocID="{066F992D-DC12-40DC-8AA2-65FAB36E1DFD}" presName="spacer" presStyleCnt="0"/>
      <dgm:spPr/>
    </dgm:pt>
    <dgm:pt modelId="{749D0DEE-59BE-4F5B-A257-D984C8C46644}" type="pres">
      <dgm:prSet presAssocID="{DDAAAABB-84C6-47C2-9B98-19194E8E3609}" presName="parentText" presStyleLbl="node1" presStyleIdx="1" presStyleCnt="3">
        <dgm:presLayoutVars>
          <dgm:chMax val="0"/>
          <dgm:bulletEnabled val="1"/>
        </dgm:presLayoutVars>
      </dgm:prSet>
      <dgm:spPr/>
    </dgm:pt>
    <dgm:pt modelId="{33505859-7982-48D5-BCCE-170B92DA34FF}" type="pres">
      <dgm:prSet presAssocID="{0B60B3C2-3F88-4553-9890-176091C3D328}" presName="spacer" presStyleCnt="0"/>
      <dgm:spPr/>
    </dgm:pt>
    <dgm:pt modelId="{22FAB4D8-6997-4A4A-BDF6-729EBBB8D504}" type="pres">
      <dgm:prSet presAssocID="{34CA1902-84D1-4D15-8986-9C1B07A9DB1D}" presName="parentText" presStyleLbl="node1" presStyleIdx="2" presStyleCnt="3">
        <dgm:presLayoutVars>
          <dgm:chMax val="0"/>
          <dgm:bulletEnabled val="1"/>
        </dgm:presLayoutVars>
      </dgm:prSet>
      <dgm:spPr/>
    </dgm:pt>
  </dgm:ptLst>
  <dgm:cxnLst>
    <dgm:cxn modelId="{DF401934-AB8F-474C-870F-23E85A323DBC}" type="presOf" srcId="{34CA1902-84D1-4D15-8986-9C1B07A9DB1D}" destId="{22FAB4D8-6997-4A4A-BDF6-729EBBB8D504}" srcOrd="0" destOrd="0" presId="urn:microsoft.com/office/officeart/2005/8/layout/vList2"/>
    <dgm:cxn modelId="{50B0FB6C-6ECC-424F-8258-2390A6024461}" type="presOf" srcId="{1D8EFA26-6921-452C-9465-339D2C096F03}" destId="{EE5E559D-F6C1-4D91-9E38-00EBB43CE25E}" srcOrd="0" destOrd="0" presId="urn:microsoft.com/office/officeart/2005/8/layout/vList2"/>
    <dgm:cxn modelId="{8D4C7D77-3EDF-4594-A9FD-CAB03435D523}" srcId="{E64CA5E0-2B0D-4F95-B9D7-E1EEC81A812C}" destId="{DDAAAABB-84C6-47C2-9B98-19194E8E3609}" srcOrd="1" destOrd="0" parTransId="{01B1AA18-A25A-4BAC-9E95-DE0B506130AD}" sibTransId="{0B60B3C2-3F88-4553-9890-176091C3D328}"/>
    <dgm:cxn modelId="{0F1EBF58-13C7-4412-B68C-9F9765FEECE6}" type="presOf" srcId="{DDAAAABB-84C6-47C2-9B98-19194E8E3609}" destId="{749D0DEE-59BE-4F5B-A257-D984C8C46644}" srcOrd="0" destOrd="0" presId="urn:microsoft.com/office/officeart/2005/8/layout/vList2"/>
    <dgm:cxn modelId="{6EB61780-87BA-491E-BEE3-C6CFA6BDF711}" srcId="{E64CA5E0-2B0D-4F95-B9D7-E1EEC81A812C}" destId="{34CA1902-84D1-4D15-8986-9C1B07A9DB1D}" srcOrd="2" destOrd="0" parTransId="{F82E30CD-DECF-4C4B-ABE7-3774C8DA24FB}" sibTransId="{A47931BC-0B79-43B8-AC1D-1F53C8E6A8BA}"/>
    <dgm:cxn modelId="{95190CB1-75ED-40C5-8DEE-EE1D22878191}" srcId="{E64CA5E0-2B0D-4F95-B9D7-E1EEC81A812C}" destId="{1D8EFA26-6921-452C-9465-339D2C096F03}" srcOrd="0" destOrd="0" parTransId="{6DE9C116-4B21-441C-82D7-2D5D71CA7ECA}" sibTransId="{066F992D-DC12-40DC-8AA2-65FAB36E1DFD}"/>
    <dgm:cxn modelId="{018DB1D1-8443-4282-A330-881227740DB4}" type="presOf" srcId="{E64CA5E0-2B0D-4F95-B9D7-E1EEC81A812C}" destId="{EF15FE07-B87A-4921-8D0B-B3F6F94BD569}" srcOrd="0" destOrd="0" presId="urn:microsoft.com/office/officeart/2005/8/layout/vList2"/>
    <dgm:cxn modelId="{19E62B54-10E9-42A7-BC37-4E17C095223D}" type="presParOf" srcId="{EF15FE07-B87A-4921-8D0B-B3F6F94BD569}" destId="{EE5E559D-F6C1-4D91-9E38-00EBB43CE25E}" srcOrd="0" destOrd="0" presId="urn:microsoft.com/office/officeart/2005/8/layout/vList2"/>
    <dgm:cxn modelId="{55DC321A-9AD6-461B-B8F8-265EF3FFE6FD}" type="presParOf" srcId="{EF15FE07-B87A-4921-8D0B-B3F6F94BD569}" destId="{B80F316A-9884-487E-BBEA-F96EF6A8CFAE}" srcOrd="1" destOrd="0" presId="urn:microsoft.com/office/officeart/2005/8/layout/vList2"/>
    <dgm:cxn modelId="{232C4578-C4DE-418F-90BC-467D3D9CA032}" type="presParOf" srcId="{EF15FE07-B87A-4921-8D0B-B3F6F94BD569}" destId="{749D0DEE-59BE-4F5B-A257-D984C8C46644}" srcOrd="2" destOrd="0" presId="urn:microsoft.com/office/officeart/2005/8/layout/vList2"/>
    <dgm:cxn modelId="{9AE8019F-958B-4DB7-AA7D-B7D80606E687}" type="presParOf" srcId="{EF15FE07-B87A-4921-8D0B-B3F6F94BD569}" destId="{33505859-7982-48D5-BCCE-170B92DA34FF}" srcOrd="3" destOrd="0" presId="urn:microsoft.com/office/officeart/2005/8/layout/vList2"/>
    <dgm:cxn modelId="{D9FBEF75-2E45-4F00-B81A-16BFBDB1AD4A}" type="presParOf" srcId="{EF15FE07-B87A-4921-8D0B-B3F6F94BD569}" destId="{22FAB4D8-6997-4A4A-BDF6-729EBBB8D504}"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A3F079D-2BA3-45A0-B6A0-082C7DEC7554}"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C582CA69-22BC-4616-B79E-05EE782B0051}">
      <dgm:prSet/>
      <dgm:spPr/>
      <dgm:t>
        <a:bodyPr/>
        <a:lstStyle/>
        <a:p>
          <a:r>
            <a:rPr lang="pl-PL" b="1" dirty="0" err="1"/>
            <a:t>run_pose_detection</a:t>
          </a:r>
          <a:r>
            <a:rPr lang="pl-PL" b="1" dirty="0"/>
            <a:t>(...)</a:t>
          </a:r>
        </a:p>
        <a:p>
          <a:r>
            <a:rPr lang="pl-PL" dirty="0"/>
            <a:t> Odpala całe środowisko YOLO i przetwarza obraz </a:t>
          </a:r>
          <a:endParaRPr lang="en-US" dirty="0"/>
        </a:p>
      </dgm:t>
    </dgm:pt>
    <dgm:pt modelId="{5F80BE1F-7573-4567-9720-768C03E773D7}" type="parTrans" cxnId="{B027023A-9D31-406A-A821-6682ABF85237}">
      <dgm:prSet/>
      <dgm:spPr/>
      <dgm:t>
        <a:bodyPr/>
        <a:lstStyle/>
        <a:p>
          <a:endParaRPr lang="en-US"/>
        </a:p>
      </dgm:t>
    </dgm:pt>
    <dgm:pt modelId="{29DF6353-5E43-457A-9F8D-FF2A79E9515B}" type="sibTrans" cxnId="{B027023A-9D31-406A-A821-6682ABF85237}">
      <dgm:prSet/>
      <dgm:spPr/>
      <dgm:t>
        <a:bodyPr/>
        <a:lstStyle/>
        <a:p>
          <a:endParaRPr lang="en-US"/>
        </a:p>
      </dgm:t>
    </dgm:pt>
    <dgm:pt modelId="{A15B89E1-0676-4AAA-B9DE-C60610320A63}">
      <dgm:prSet/>
      <dgm:spPr/>
      <dgm:t>
        <a:bodyPr/>
        <a:lstStyle/>
        <a:p>
          <a:r>
            <a:rPr lang="pl-PL" b="1" dirty="0" err="1"/>
            <a:t>notify_plank_state</a:t>
          </a:r>
          <a:r>
            <a:rPr lang="pl-PL" b="1" dirty="0"/>
            <a:t>(</a:t>
          </a:r>
          <a:r>
            <a:rPr lang="pl-PL" b="1" dirty="0" err="1"/>
            <a:t>is_plank</a:t>
          </a:r>
          <a:r>
            <a:rPr lang="pl-PL" b="1" dirty="0"/>
            <a:t>: </a:t>
          </a:r>
          <a:r>
            <a:rPr lang="pl-PL" b="1" dirty="0" err="1"/>
            <a:t>bool</a:t>
          </a:r>
          <a:r>
            <a:rPr lang="pl-PL" b="1" dirty="0"/>
            <a:t>)</a:t>
          </a:r>
          <a:endParaRPr lang="pl-PL" dirty="0"/>
        </a:p>
        <a:p>
          <a:endParaRPr lang="pl-PL" dirty="0"/>
        </a:p>
        <a:p>
          <a:r>
            <a:rPr lang="pl-PL" dirty="0"/>
            <a:t>Uaktualnia globalny stan informujący o rozpoczęciu ułożenia</a:t>
          </a:r>
          <a:endParaRPr lang="en-US" dirty="0"/>
        </a:p>
      </dgm:t>
    </dgm:pt>
    <dgm:pt modelId="{20BD4845-0B51-49A5-A66D-0269422D8687}" type="parTrans" cxnId="{290066AD-D3DC-4BCA-A462-583973618635}">
      <dgm:prSet/>
      <dgm:spPr/>
      <dgm:t>
        <a:bodyPr/>
        <a:lstStyle/>
        <a:p>
          <a:endParaRPr lang="en-US"/>
        </a:p>
      </dgm:t>
    </dgm:pt>
    <dgm:pt modelId="{0AAB6F6B-9CDD-47B2-8C6D-324A4FCA1054}" type="sibTrans" cxnId="{290066AD-D3DC-4BCA-A462-583973618635}">
      <dgm:prSet/>
      <dgm:spPr/>
      <dgm:t>
        <a:bodyPr/>
        <a:lstStyle/>
        <a:p>
          <a:endParaRPr lang="en-US"/>
        </a:p>
      </dgm:t>
    </dgm:pt>
    <dgm:pt modelId="{C5942B8D-BDC6-46C5-B53A-8F4312E69E81}" type="pres">
      <dgm:prSet presAssocID="{AA3F079D-2BA3-45A0-B6A0-082C7DEC7554}" presName="root" presStyleCnt="0">
        <dgm:presLayoutVars>
          <dgm:dir/>
          <dgm:resizeHandles val="exact"/>
        </dgm:presLayoutVars>
      </dgm:prSet>
      <dgm:spPr/>
    </dgm:pt>
    <dgm:pt modelId="{D26233CA-5136-496D-8066-1D4780D4229C}" type="pres">
      <dgm:prSet presAssocID="{AA3F079D-2BA3-45A0-B6A0-082C7DEC7554}" presName="container" presStyleCnt="0">
        <dgm:presLayoutVars>
          <dgm:dir/>
          <dgm:resizeHandles val="exact"/>
        </dgm:presLayoutVars>
      </dgm:prSet>
      <dgm:spPr/>
    </dgm:pt>
    <dgm:pt modelId="{4671EC58-4EE1-4DCD-A1D3-223A82BB5184}" type="pres">
      <dgm:prSet presAssocID="{C582CA69-22BC-4616-B79E-05EE782B0051}" presName="compNode" presStyleCnt="0"/>
      <dgm:spPr/>
    </dgm:pt>
    <dgm:pt modelId="{E333813B-6094-4F8D-8F99-7629F0E93B99}" type="pres">
      <dgm:prSet presAssocID="{C582CA69-22BC-4616-B79E-05EE782B0051}" presName="iconBgRect" presStyleLbl="bgShp" presStyleIdx="0" presStyleCnt="2"/>
      <dgm:spPr/>
    </dgm:pt>
    <dgm:pt modelId="{BCFD17C2-4C1B-49C6-9C55-1B56717B8DF3}" type="pres">
      <dgm:prSet presAssocID="{C582CA69-22BC-4616-B79E-05EE782B0051}"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Aparat"/>
        </a:ext>
      </dgm:extLst>
    </dgm:pt>
    <dgm:pt modelId="{0B9DBA71-9726-46D0-B77A-C2BEF988FE73}" type="pres">
      <dgm:prSet presAssocID="{C582CA69-22BC-4616-B79E-05EE782B0051}" presName="spaceRect" presStyleCnt="0"/>
      <dgm:spPr/>
    </dgm:pt>
    <dgm:pt modelId="{4594823C-E701-43BD-8F34-A33FC82298DA}" type="pres">
      <dgm:prSet presAssocID="{C582CA69-22BC-4616-B79E-05EE782B0051}" presName="textRect" presStyleLbl="revTx" presStyleIdx="0" presStyleCnt="2">
        <dgm:presLayoutVars>
          <dgm:chMax val="1"/>
          <dgm:chPref val="1"/>
        </dgm:presLayoutVars>
      </dgm:prSet>
      <dgm:spPr/>
    </dgm:pt>
    <dgm:pt modelId="{519CDF0E-3AA5-471D-87EC-44859F0D0D3C}" type="pres">
      <dgm:prSet presAssocID="{29DF6353-5E43-457A-9F8D-FF2A79E9515B}" presName="sibTrans" presStyleLbl="sibTrans2D1" presStyleIdx="0" presStyleCnt="0"/>
      <dgm:spPr/>
    </dgm:pt>
    <dgm:pt modelId="{F8486C6C-D199-434C-9E05-49D1BADD355F}" type="pres">
      <dgm:prSet presAssocID="{A15B89E1-0676-4AAA-B9DE-C60610320A63}" presName="compNode" presStyleCnt="0"/>
      <dgm:spPr/>
    </dgm:pt>
    <dgm:pt modelId="{5883F582-1223-49A0-9822-D808EA17FE7E}" type="pres">
      <dgm:prSet presAssocID="{A15B89E1-0676-4AAA-B9DE-C60610320A63}" presName="iconBgRect" presStyleLbl="bgShp" presStyleIdx="1" presStyleCnt="2"/>
      <dgm:spPr/>
    </dgm:pt>
    <dgm:pt modelId="{13A34ECE-96CF-41A3-8830-A94D1F68D980}" type="pres">
      <dgm:prSet presAssocID="{A15B89E1-0676-4AAA-B9DE-C60610320A63}"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ug boat"/>
        </a:ext>
      </dgm:extLst>
    </dgm:pt>
    <dgm:pt modelId="{64AA54A7-EB89-482D-8629-31F908E697C2}" type="pres">
      <dgm:prSet presAssocID="{A15B89E1-0676-4AAA-B9DE-C60610320A63}" presName="spaceRect" presStyleCnt="0"/>
      <dgm:spPr/>
    </dgm:pt>
    <dgm:pt modelId="{799D8830-97DA-4422-81D6-9065B1F70C98}" type="pres">
      <dgm:prSet presAssocID="{A15B89E1-0676-4AAA-B9DE-C60610320A63}" presName="textRect" presStyleLbl="revTx" presStyleIdx="1" presStyleCnt="2">
        <dgm:presLayoutVars>
          <dgm:chMax val="1"/>
          <dgm:chPref val="1"/>
        </dgm:presLayoutVars>
      </dgm:prSet>
      <dgm:spPr/>
    </dgm:pt>
  </dgm:ptLst>
  <dgm:cxnLst>
    <dgm:cxn modelId="{B027023A-9D31-406A-A821-6682ABF85237}" srcId="{AA3F079D-2BA3-45A0-B6A0-082C7DEC7554}" destId="{C582CA69-22BC-4616-B79E-05EE782B0051}" srcOrd="0" destOrd="0" parTransId="{5F80BE1F-7573-4567-9720-768C03E773D7}" sibTransId="{29DF6353-5E43-457A-9F8D-FF2A79E9515B}"/>
    <dgm:cxn modelId="{C6C2AF43-7B3C-4870-B73A-10C1E8FD091E}" type="presOf" srcId="{C582CA69-22BC-4616-B79E-05EE782B0051}" destId="{4594823C-E701-43BD-8F34-A33FC82298DA}" srcOrd="0" destOrd="0" presId="urn:microsoft.com/office/officeart/2018/2/layout/IconCircleList"/>
    <dgm:cxn modelId="{6BDFFC67-F42E-4ABB-BC88-983B354F19AF}" type="presOf" srcId="{AA3F079D-2BA3-45A0-B6A0-082C7DEC7554}" destId="{C5942B8D-BDC6-46C5-B53A-8F4312E69E81}" srcOrd="0" destOrd="0" presId="urn:microsoft.com/office/officeart/2018/2/layout/IconCircleList"/>
    <dgm:cxn modelId="{CA02AD7A-85E1-44DD-9BC0-6DE83022928B}" type="presOf" srcId="{29DF6353-5E43-457A-9F8D-FF2A79E9515B}" destId="{519CDF0E-3AA5-471D-87EC-44859F0D0D3C}" srcOrd="0" destOrd="0" presId="urn:microsoft.com/office/officeart/2018/2/layout/IconCircleList"/>
    <dgm:cxn modelId="{290066AD-D3DC-4BCA-A462-583973618635}" srcId="{AA3F079D-2BA3-45A0-B6A0-082C7DEC7554}" destId="{A15B89E1-0676-4AAA-B9DE-C60610320A63}" srcOrd="1" destOrd="0" parTransId="{20BD4845-0B51-49A5-A66D-0269422D8687}" sibTransId="{0AAB6F6B-9CDD-47B2-8C6D-324A4FCA1054}"/>
    <dgm:cxn modelId="{03D8B7F6-3F80-45C8-ABC6-C3A4C688AED3}" type="presOf" srcId="{A15B89E1-0676-4AAA-B9DE-C60610320A63}" destId="{799D8830-97DA-4422-81D6-9065B1F70C98}" srcOrd="0" destOrd="0" presId="urn:microsoft.com/office/officeart/2018/2/layout/IconCircleList"/>
    <dgm:cxn modelId="{FFCB72C6-4B99-4D8A-99F0-B788B6A84ED9}" type="presParOf" srcId="{C5942B8D-BDC6-46C5-B53A-8F4312E69E81}" destId="{D26233CA-5136-496D-8066-1D4780D4229C}" srcOrd="0" destOrd="0" presId="urn:microsoft.com/office/officeart/2018/2/layout/IconCircleList"/>
    <dgm:cxn modelId="{9AE3421E-B100-4618-9AD8-379E6AE7E11F}" type="presParOf" srcId="{D26233CA-5136-496D-8066-1D4780D4229C}" destId="{4671EC58-4EE1-4DCD-A1D3-223A82BB5184}" srcOrd="0" destOrd="0" presId="urn:microsoft.com/office/officeart/2018/2/layout/IconCircleList"/>
    <dgm:cxn modelId="{99647063-237E-48D1-B2E9-F9C1C08679C4}" type="presParOf" srcId="{4671EC58-4EE1-4DCD-A1D3-223A82BB5184}" destId="{E333813B-6094-4F8D-8F99-7629F0E93B99}" srcOrd="0" destOrd="0" presId="urn:microsoft.com/office/officeart/2018/2/layout/IconCircleList"/>
    <dgm:cxn modelId="{E7369654-01C2-4816-BE65-FC770CDF5923}" type="presParOf" srcId="{4671EC58-4EE1-4DCD-A1D3-223A82BB5184}" destId="{BCFD17C2-4C1B-49C6-9C55-1B56717B8DF3}" srcOrd="1" destOrd="0" presId="urn:microsoft.com/office/officeart/2018/2/layout/IconCircleList"/>
    <dgm:cxn modelId="{868BE5AD-B24D-49EA-AE63-8653AF8457D2}" type="presParOf" srcId="{4671EC58-4EE1-4DCD-A1D3-223A82BB5184}" destId="{0B9DBA71-9726-46D0-B77A-C2BEF988FE73}" srcOrd="2" destOrd="0" presId="urn:microsoft.com/office/officeart/2018/2/layout/IconCircleList"/>
    <dgm:cxn modelId="{ADC543C3-DDF0-4533-BEFF-FF75769343A1}" type="presParOf" srcId="{4671EC58-4EE1-4DCD-A1D3-223A82BB5184}" destId="{4594823C-E701-43BD-8F34-A33FC82298DA}" srcOrd="3" destOrd="0" presId="urn:microsoft.com/office/officeart/2018/2/layout/IconCircleList"/>
    <dgm:cxn modelId="{312A25DF-0834-435F-A8D7-B17785055452}" type="presParOf" srcId="{D26233CA-5136-496D-8066-1D4780D4229C}" destId="{519CDF0E-3AA5-471D-87EC-44859F0D0D3C}" srcOrd="1" destOrd="0" presId="urn:microsoft.com/office/officeart/2018/2/layout/IconCircleList"/>
    <dgm:cxn modelId="{71AC7262-A462-4472-BE08-93196A120C8A}" type="presParOf" srcId="{D26233CA-5136-496D-8066-1D4780D4229C}" destId="{F8486C6C-D199-434C-9E05-49D1BADD355F}" srcOrd="2" destOrd="0" presId="urn:microsoft.com/office/officeart/2018/2/layout/IconCircleList"/>
    <dgm:cxn modelId="{723B54AD-473A-4AAF-B884-BB2E0CD979D5}" type="presParOf" srcId="{F8486C6C-D199-434C-9E05-49D1BADD355F}" destId="{5883F582-1223-49A0-9822-D808EA17FE7E}" srcOrd="0" destOrd="0" presId="urn:microsoft.com/office/officeart/2018/2/layout/IconCircleList"/>
    <dgm:cxn modelId="{59884057-8948-4008-AD2A-D6AA014F40B4}" type="presParOf" srcId="{F8486C6C-D199-434C-9E05-49D1BADD355F}" destId="{13A34ECE-96CF-41A3-8830-A94D1F68D980}" srcOrd="1" destOrd="0" presId="urn:microsoft.com/office/officeart/2018/2/layout/IconCircleList"/>
    <dgm:cxn modelId="{D78007FC-399A-4AE7-A7F0-9E09C657905E}" type="presParOf" srcId="{F8486C6C-D199-434C-9E05-49D1BADD355F}" destId="{64AA54A7-EB89-482D-8629-31F908E697C2}" srcOrd="2" destOrd="0" presId="urn:microsoft.com/office/officeart/2018/2/layout/IconCircleList"/>
    <dgm:cxn modelId="{478F1BB2-168F-4AFC-BBCF-18D89CAA3FCF}" type="presParOf" srcId="{F8486C6C-D199-434C-9E05-49D1BADD355F}" destId="{799D8830-97DA-4422-81D6-9065B1F70C98}"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4144E52F-7C2C-4D61-8F92-E85D1E47B035}" type="doc">
      <dgm:prSet loTypeId="urn:microsoft.com/office/officeart/2005/8/layout/vProcess5" loCatId="process" qsTypeId="urn:microsoft.com/office/officeart/2005/8/quickstyle/simple4" qsCatId="simple" csTypeId="urn:microsoft.com/office/officeart/2005/8/colors/colorful1" csCatId="colorful"/>
      <dgm:spPr/>
      <dgm:t>
        <a:bodyPr/>
        <a:lstStyle/>
        <a:p>
          <a:endParaRPr lang="en-US"/>
        </a:p>
      </dgm:t>
    </dgm:pt>
    <dgm:pt modelId="{B494CB88-2D2B-40CA-94AB-A08C06701B36}">
      <dgm:prSet/>
      <dgm:spPr/>
      <dgm:t>
        <a:bodyPr/>
        <a:lstStyle/>
        <a:p>
          <a:r>
            <a:rPr lang="pl-PL"/>
            <a:t>W podanej tabeli przechowywane są dane na temat: </a:t>
          </a:r>
          <a:endParaRPr lang="en-US"/>
        </a:p>
      </dgm:t>
    </dgm:pt>
    <dgm:pt modelId="{24A88F31-8175-4DAC-83C9-3749AE1D88B8}" type="parTrans" cxnId="{49DEFC56-4DE3-402A-BAAB-5A9E8A6B5BBF}">
      <dgm:prSet/>
      <dgm:spPr/>
      <dgm:t>
        <a:bodyPr/>
        <a:lstStyle/>
        <a:p>
          <a:endParaRPr lang="en-US"/>
        </a:p>
      </dgm:t>
    </dgm:pt>
    <dgm:pt modelId="{A264661C-CB1E-4FFB-8529-D7E195BD16A9}" type="sibTrans" cxnId="{49DEFC56-4DE3-402A-BAAB-5A9E8A6B5BBF}">
      <dgm:prSet/>
      <dgm:spPr/>
      <dgm:t>
        <a:bodyPr/>
        <a:lstStyle/>
        <a:p>
          <a:endParaRPr lang="en-US"/>
        </a:p>
      </dgm:t>
    </dgm:pt>
    <dgm:pt modelId="{07B29F0B-EEE1-4960-933A-45C5B8A312D5}">
      <dgm:prSet/>
      <dgm:spPr/>
      <dgm:t>
        <a:bodyPr/>
        <a:lstStyle/>
        <a:p>
          <a:r>
            <a:rPr lang="pl-PL"/>
            <a:t>Poprawności treningu</a:t>
          </a:r>
          <a:endParaRPr lang="en-US"/>
        </a:p>
      </dgm:t>
    </dgm:pt>
    <dgm:pt modelId="{A260B13D-27B9-42C8-A643-53D8AF299D91}" type="parTrans" cxnId="{E69B0FB5-8816-4728-9225-9633B6227AB3}">
      <dgm:prSet/>
      <dgm:spPr/>
      <dgm:t>
        <a:bodyPr/>
        <a:lstStyle/>
        <a:p>
          <a:endParaRPr lang="en-US"/>
        </a:p>
      </dgm:t>
    </dgm:pt>
    <dgm:pt modelId="{65293420-F858-40DA-8393-3E3C1E88AD82}" type="sibTrans" cxnId="{E69B0FB5-8816-4728-9225-9633B6227AB3}">
      <dgm:prSet/>
      <dgm:spPr/>
      <dgm:t>
        <a:bodyPr/>
        <a:lstStyle/>
        <a:p>
          <a:endParaRPr lang="en-US"/>
        </a:p>
      </dgm:t>
    </dgm:pt>
    <dgm:pt modelId="{D1986541-492D-4AB8-B200-ED78FDBB0F86}">
      <dgm:prSet/>
      <dgm:spPr/>
      <dgm:t>
        <a:bodyPr/>
        <a:lstStyle/>
        <a:p>
          <a:r>
            <a:rPr lang="pl-PL"/>
            <a:t>Długości treningu</a:t>
          </a:r>
          <a:endParaRPr lang="en-US"/>
        </a:p>
      </dgm:t>
    </dgm:pt>
    <dgm:pt modelId="{D1401A7C-99D9-4395-9050-BA0E98C43844}" type="parTrans" cxnId="{87FD4FDA-C245-4E62-8685-E275C42E87E8}">
      <dgm:prSet/>
      <dgm:spPr/>
      <dgm:t>
        <a:bodyPr/>
        <a:lstStyle/>
        <a:p>
          <a:endParaRPr lang="en-US"/>
        </a:p>
      </dgm:t>
    </dgm:pt>
    <dgm:pt modelId="{54E06B92-6EDA-437A-A50A-479B9EFADD4A}" type="sibTrans" cxnId="{87FD4FDA-C245-4E62-8685-E275C42E87E8}">
      <dgm:prSet/>
      <dgm:spPr/>
      <dgm:t>
        <a:bodyPr/>
        <a:lstStyle/>
        <a:p>
          <a:endParaRPr lang="en-US"/>
        </a:p>
      </dgm:t>
    </dgm:pt>
    <dgm:pt modelId="{A54EEFBE-BF99-4AB7-AFA8-88DBBF83CA2A}">
      <dgm:prSet/>
      <dgm:spPr/>
      <dgm:t>
        <a:bodyPr/>
        <a:lstStyle/>
        <a:p>
          <a:r>
            <a:rPr lang="pl-PL"/>
            <a:t>Id_wyniku  - pole określające czy sesja była wykonana jedna po drugiej </a:t>
          </a:r>
          <a:endParaRPr lang="en-US"/>
        </a:p>
      </dgm:t>
    </dgm:pt>
    <dgm:pt modelId="{A6E846B0-1F6B-48EA-975A-CCCB9C63E1F2}" type="parTrans" cxnId="{9734D370-ADD5-4D05-AF71-89768DE1DB96}">
      <dgm:prSet/>
      <dgm:spPr/>
      <dgm:t>
        <a:bodyPr/>
        <a:lstStyle/>
        <a:p>
          <a:endParaRPr lang="en-US"/>
        </a:p>
      </dgm:t>
    </dgm:pt>
    <dgm:pt modelId="{CC1087E3-3551-44AF-B6A5-F45EBB181F60}" type="sibTrans" cxnId="{9734D370-ADD5-4D05-AF71-89768DE1DB96}">
      <dgm:prSet/>
      <dgm:spPr/>
      <dgm:t>
        <a:bodyPr/>
        <a:lstStyle/>
        <a:p>
          <a:endParaRPr lang="en-US"/>
        </a:p>
      </dgm:t>
    </dgm:pt>
    <dgm:pt modelId="{27AD40A6-47B3-4AD0-BF45-45866E14BA5A}" type="pres">
      <dgm:prSet presAssocID="{4144E52F-7C2C-4D61-8F92-E85D1E47B035}" presName="outerComposite" presStyleCnt="0">
        <dgm:presLayoutVars>
          <dgm:chMax val="5"/>
          <dgm:dir/>
          <dgm:resizeHandles val="exact"/>
        </dgm:presLayoutVars>
      </dgm:prSet>
      <dgm:spPr/>
    </dgm:pt>
    <dgm:pt modelId="{0F1C15E3-3733-4F5E-8BB3-8AB16AAC5B04}" type="pres">
      <dgm:prSet presAssocID="{4144E52F-7C2C-4D61-8F92-E85D1E47B035}" presName="dummyMaxCanvas" presStyleCnt="0">
        <dgm:presLayoutVars/>
      </dgm:prSet>
      <dgm:spPr/>
    </dgm:pt>
    <dgm:pt modelId="{6559A667-04A5-4D65-BC97-98C55D5A592D}" type="pres">
      <dgm:prSet presAssocID="{4144E52F-7C2C-4D61-8F92-E85D1E47B035}" presName="FourNodes_1" presStyleLbl="node1" presStyleIdx="0" presStyleCnt="4">
        <dgm:presLayoutVars>
          <dgm:bulletEnabled val="1"/>
        </dgm:presLayoutVars>
      </dgm:prSet>
      <dgm:spPr/>
    </dgm:pt>
    <dgm:pt modelId="{A87C2836-3280-4DB9-AE60-4B23C00921D2}" type="pres">
      <dgm:prSet presAssocID="{4144E52F-7C2C-4D61-8F92-E85D1E47B035}" presName="FourNodes_2" presStyleLbl="node1" presStyleIdx="1" presStyleCnt="4">
        <dgm:presLayoutVars>
          <dgm:bulletEnabled val="1"/>
        </dgm:presLayoutVars>
      </dgm:prSet>
      <dgm:spPr/>
    </dgm:pt>
    <dgm:pt modelId="{90EEB551-57CF-4D25-8999-FCAD123F80CE}" type="pres">
      <dgm:prSet presAssocID="{4144E52F-7C2C-4D61-8F92-E85D1E47B035}" presName="FourNodes_3" presStyleLbl="node1" presStyleIdx="2" presStyleCnt="4">
        <dgm:presLayoutVars>
          <dgm:bulletEnabled val="1"/>
        </dgm:presLayoutVars>
      </dgm:prSet>
      <dgm:spPr/>
    </dgm:pt>
    <dgm:pt modelId="{D3457C36-A8FD-4821-9C3A-6126B604245F}" type="pres">
      <dgm:prSet presAssocID="{4144E52F-7C2C-4D61-8F92-E85D1E47B035}" presName="FourNodes_4" presStyleLbl="node1" presStyleIdx="3" presStyleCnt="4">
        <dgm:presLayoutVars>
          <dgm:bulletEnabled val="1"/>
        </dgm:presLayoutVars>
      </dgm:prSet>
      <dgm:spPr/>
    </dgm:pt>
    <dgm:pt modelId="{9802BB9A-2191-4ED3-8B7A-DB2E9A2931EB}" type="pres">
      <dgm:prSet presAssocID="{4144E52F-7C2C-4D61-8F92-E85D1E47B035}" presName="FourConn_1-2" presStyleLbl="fgAccFollowNode1" presStyleIdx="0" presStyleCnt="3">
        <dgm:presLayoutVars>
          <dgm:bulletEnabled val="1"/>
        </dgm:presLayoutVars>
      </dgm:prSet>
      <dgm:spPr/>
    </dgm:pt>
    <dgm:pt modelId="{7CE9C30A-52BA-4F37-99B4-485E66F5EA6B}" type="pres">
      <dgm:prSet presAssocID="{4144E52F-7C2C-4D61-8F92-E85D1E47B035}" presName="FourConn_2-3" presStyleLbl="fgAccFollowNode1" presStyleIdx="1" presStyleCnt="3">
        <dgm:presLayoutVars>
          <dgm:bulletEnabled val="1"/>
        </dgm:presLayoutVars>
      </dgm:prSet>
      <dgm:spPr/>
    </dgm:pt>
    <dgm:pt modelId="{225935B8-B9D2-4785-885E-B8EB81EDF274}" type="pres">
      <dgm:prSet presAssocID="{4144E52F-7C2C-4D61-8F92-E85D1E47B035}" presName="FourConn_3-4" presStyleLbl="fgAccFollowNode1" presStyleIdx="2" presStyleCnt="3">
        <dgm:presLayoutVars>
          <dgm:bulletEnabled val="1"/>
        </dgm:presLayoutVars>
      </dgm:prSet>
      <dgm:spPr/>
    </dgm:pt>
    <dgm:pt modelId="{5B21572A-9F7B-43D4-B373-39B78D46CA31}" type="pres">
      <dgm:prSet presAssocID="{4144E52F-7C2C-4D61-8F92-E85D1E47B035}" presName="FourNodes_1_text" presStyleLbl="node1" presStyleIdx="3" presStyleCnt="4">
        <dgm:presLayoutVars>
          <dgm:bulletEnabled val="1"/>
        </dgm:presLayoutVars>
      </dgm:prSet>
      <dgm:spPr/>
    </dgm:pt>
    <dgm:pt modelId="{36C2D627-D922-49A2-A6B6-AAE9CAD86A9E}" type="pres">
      <dgm:prSet presAssocID="{4144E52F-7C2C-4D61-8F92-E85D1E47B035}" presName="FourNodes_2_text" presStyleLbl="node1" presStyleIdx="3" presStyleCnt="4">
        <dgm:presLayoutVars>
          <dgm:bulletEnabled val="1"/>
        </dgm:presLayoutVars>
      </dgm:prSet>
      <dgm:spPr/>
    </dgm:pt>
    <dgm:pt modelId="{9F35279C-A975-449E-B251-A665FF673001}" type="pres">
      <dgm:prSet presAssocID="{4144E52F-7C2C-4D61-8F92-E85D1E47B035}" presName="FourNodes_3_text" presStyleLbl="node1" presStyleIdx="3" presStyleCnt="4">
        <dgm:presLayoutVars>
          <dgm:bulletEnabled val="1"/>
        </dgm:presLayoutVars>
      </dgm:prSet>
      <dgm:spPr/>
    </dgm:pt>
    <dgm:pt modelId="{785143E9-844E-453D-96B3-50045CAFDC56}" type="pres">
      <dgm:prSet presAssocID="{4144E52F-7C2C-4D61-8F92-E85D1E47B035}" presName="FourNodes_4_text" presStyleLbl="node1" presStyleIdx="3" presStyleCnt="4">
        <dgm:presLayoutVars>
          <dgm:bulletEnabled val="1"/>
        </dgm:presLayoutVars>
      </dgm:prSet>
      <dgm:spPr/>
    </dgm:pt>
  </dgm:ptLst>
  <dgm:cxnLst>
    <dgm:cxn modelId="{8FDDFA05-0685-499C-851D-7CFADC0F1C2B}" type="presOf" srcId="{07B29F0B-EEE1-4960-933A-45C5B8A312D5}" destId="{A87C2836-3280-4DB9-AE60-4B23C00921D2}" srcOrd="0" destOrd="0" presId="urn:microsoft.com/office/officeart/2005/8/layout/vProcess5"/>
    <dgm:cxn modelId="{6F391E22-FC9B-484E-97DE-A99015B838B5}" type="presOf" srcId="{D1986541-492D-4AB8-B200-ED78FDBB0F86}" destId="{9F35279C-A975-449E-B251-A665FF673001}" srcOrd="1" destOrd="0" presId="urn:microsoft.com/office/officeart/2005/8/layout/vProcess5"/>
    <dgm:cxn modelId="{AB21196F-0114-456E-995F-E861FB211787}" type="presOf" srcId="{A264661C-CB1E-4FFB-8529-D7E195BD16A9}" destId="{9802BB9A-2191-4ED3-8B7A-DB2E9A2931EB}" srcOrd="0" destOrd="0" presId="urn:microsoft.com/office/officeart/2005/8/layout/vProcess5"/>
    <dgm:cxn modelId="{9734D370-ADD5-4D05-AF71-89768DE1DB96}" srcId="{4144E52F-7C2C-4D61-8F92-E85D1E47B035}" destId="{A54EEFBE-BF99-4AB7-AFA8-88DBBF83CA2A}" srcOrd="3" destOrd="0" parTransId="{A6E846B0-1F6B-48EA-975A-CCCB9C63E1F2}" sibTransId="{CC1087E3-3551-44AF-B6A5-F45EBB181F60}"/>
    <dgm:cxn modelId="{4B3B5D76-6C5B-4A22-93EC-EE4C7ECBD9F0}" type="presOf" srcId="{54E06B92-6EDA-437A-A50A-479B9EFADD4A}" destId="{225935B8-B9D2-4785-885E-B8EB81EDF274}" srcOrd="0" destOrd="0" presId="urn:microsoft.com/office/officeart/2005/8/layout/vProcess5"/>
    <dgm:cxn modelId="{49DEFC56-4DE3-402A-BAAB-5A9E8A6B5BBF}" srcId="{4144E52F-7C2C-4D61-8F92-E85D1E47B035}" destId="{B494CB88-2D2B-40CA-94AB-A08C06701B36}" srcOrd="0" destOrd="0" parTransId="{24A88F31-8175-4DAC-83C9-3749AE1D88B8}" sibTransId="{A264661C-CB1E-4FFB-8529-D7E195BD16A9}"/>
    <dgm:cxn modelId="{34F95F8C-72C1-4512-B4EB-8D1B477345A0}" type="presOf" srcId="{65293420-F858-40DA-8393-3E3C1E88AD82}" destId="{7CE9C30A-52BA-4F37-99B4-485E66F5EA6B}" srcOrd="0" destOrd="0" presId="urn:microsoft.com/office/officeart/2005/8/layout/vProcess5"/>
    <dgm:cxn modelId="{F94C148F-094F-4FD0-A758-BE20999F73BF}" type="presOf" srcId="{07B29F0B-EEE1-4960-933A-45C5B8A312D5}" destId="{36C2D627-D922-49A2-A6B6-AAE9CAD86A9E}" srcOrd="1" destOrd="0" presId="urn:microsoft.com/office/officeart/2005/8/layout/vProcess5"/>
    <dgm:cxn modelId="{11E09EA4-0A28-4F22-841E-25A749B90245}" type="presOf" srcId="{A54EEFBE-BF99-4AB7-AFA8-88DBBF83CA2A}" destId="{785143E9-844E-453D-96B3-50045CAFDC56}" srcOrd="1" destOrd="0" presId="urn:microsoft.com/office/officeart/2005/8/layout/vProcess5"/>
    <dgm:cxn modelId="{E69B0FB5-8816-4728-9225-9633B6227AB3}" srcId="{4144E52F-7C2C-4D61-8F92-E85D1E47B035}" destId="{07B29F0B-EEE1-4960-933A-45C5B8A312D5}" srcOrd="1" destOrd="0" parTransId="{A260B13D-27B9-42C8-A643-53D8AF299D91}" sibTransId="{65293420-F858-40DA-8393-3E3C1E88AD82}"/>
    <dgm:cxn modelId="{005CBCD7-7D61-4C99-BED6-C88CAFE762C4}" type="presOf" srcId="{B494CB88-2D2B-40CA-94AB-A08C06701B36}" destId="{5B21572A-9F7B-43D4-B373-39B78D46CA31}" srcOrd="1" destOrd="0" presId="urn:microsoft.com/office/officeart/2005/8/layout/vProcess5"/>
    <dgm:cxn modelId="{87FD4FDA-C245-4E62-8685-E275C42E87E8}" srcId="{4144E52F-7C2C-4D61-8F92-E85D1E47B035}" destId="{D1986541-492D-4AB8-B200-ED78FDBB0F86}" srcOrd="2" destOrd="0" parTransId="{D1401A7C-99D9-4395-9050-BA0E98C43844}" sibTransId="{54E06B92-6EDA-437A-A50A-479B9EFADD4A}"/>
    <dgm:cxn modelId="{1F50DCE5-9FDC-49DA-8EB7-4510A9CBD19E}" type="presOf" srcId="{A54EEFBE-BF99-4AB7-AFA8-88DBBF83CA2A}" destId="{D3457C36-A8FD-4821-9C3A-6126B604245F}" srcOrd="0" destOrd="0" presId="urn:microsoft.com/office/officeart/2005/8/layout/vProcess5"/>
    <dgm:cxn modelId="{1B1B4DEE-1219-490F-9979-78A545E62478}" type="presOf" srcId="{B494CB88-2D2B-40CA-94AB-A08C06701B36}" destId="{6559A667-04A5-4D65-BC97-98C55D5A592D}" srcOrd="0" destOrd="0" presId="urn:microsoft.com/office/officeart/2005/8/layout/vProcess5"/>
    <dgm:cxn modelId="{CF77E5F0-F756-43D4-AC7F-025CCBDB03B9}" type="presOf" srcId="{4144E52F-7C2C-4D61-8F92-E85D1E47B035}" destId="{27AD40A6-47B3-4AD0-BF45-45866E14BA5A}" srcOrd="0" destOrd="0" presId="urn:microsoft.com/office/officeart/2005/8/layout/vProcess5"/>
    <dgm:cxn modelId="{DC3DC8F8-F976-44F5-ADF0-BB9E6CB48C70}" type="presOf" srcId="{D1986541-492D-4AB8-B200-ED78FDBB0F86}" destId="{90EEB551-57CF-4D25-8999-FCAD123F80CE}" srcOrd="0" destOrd="0" presId="urn:microsoft.com/office/officeart/2005/8/layout/vProcess5"/>
    <dgm:cxn modelId="{19F5CE37-D757-4C88-81A7-646034ADB765}" type="presParOf" srcId="{27AD40A6-47B3-4AD0-BF45-45866E14BA5A}" destId="{0F1C15E3-3733-4F5E-8BB3-8AB16AAC5B04}" srcOrd="0" destOrd="0" presId="urn:microsoft.com/office/officeart/2005/8/layout/vProcess5"/>
    <dgm:cxn modelId="{C99101E9-B22C-45FF-A6DD-09C6BCA36490}" type="presParOf" srcId="{27AD40A6-47B3-4AD0-BF45-45866E14BA5A}" destId="{6559A667-04A5-4D65-BC97-98C55D5A592D}" srcOrd="1" destOrd="0" presId="urn:microsoft.com/office/officeart/2005/8/layout/vProcess5"/>
    <dgm:cxn modelId="{FF07EB5F-4EBC-460B-909E-FFC6D4F645C8}" type="presParOf" srcId="{27AD40A6-47B3-4AD0-BF45-45866E14BA5A}" destId="{A87C2836-3280-4DB9-AE60-4B23C00921D2}" srcOrd="2" destOrd="0" presId="urn:microsoft.com/office/officeart/2005/8/layout/vProcess5"/>
    <dgm:cxn modelId="{8C40FA37-38A4-49DA-A9F0-129AB5524156}" type="presParOf" srcId="{27AD40A6-47B3-4AD0-BF45-45866E14BA5A}" destId="{90EEB551-57CF-4D25-8999-FCAD123F80CE}" srcOrd="3" destOrd="0" presId="urn:microsoft.com/office/officeart/2005/8/layout/vProcess5"/>
    <dgm:cxn modelId="{9391FA4B-16B8-4FC6-A49F-D2B39928A525}" type="presParOf" srcId="{27AD40A6-47B3-4AD0-BF45-45866E14BA5A}" destId="{D3457C36-A8FD-4821-9C3A-6126B604245F}" srcOrd="4" destOrd="0" presId="urn:microsoft.com/office/officeart/2005/8/layout/vProcess5"/>
    <dgm:cxn modelId="{096856C1-D5CA-4154-946E-ECC7E8C78D72}" type="presParOf" srcId="{27AD40A6-47B3-4AD0-BF45-45866E14BA5A}" destId="{9802BB9A-2191-4ED3-8B7A-DB2E9A2931EB}" srcOrd="5" destOrd="0" presId="urn:microsoft.com/office/officeart/2005/8/layout/vProcess5"/>
    <dgm:cxn modelId="{5D81C68D-27ED-4607-A8E0-8517596DE502}" type="presParOf" srcId="{27AD40A6-47B3-4AD0-BF45-45866E14BA5A}" destId="{7CE9C30A-52BA-4F37-99B4-485E66F5EA6B}" srcOrd="6" destOrd="0" presId="urn:microsoft.com/office/officeart/2005/8/layout/vProcess5"/>
    <dgm:cxn modelId="{BB423FB6-7E42-41A8-A9B9-44D47460B24A}" type="presParOf" srcId="{27AD40A6-47B3-4AD0-BF45-45866E14BA5A}" destId="{225935B8-B9D2-4785-885E-B8EB81EDF274}" srcOrd="7" destOrd="0" presId="urn:microsoft.com/office/officeart/2005/8/layout/vProcess5"/>
    <dgm:cxn modelId="{F69CA622-71FC-45F4-9A4C-D3BDE4886534}" type="presParOf" srcId="{27AD40A6-47B3-4AD0-BF45-45866E14BA5A}" destId="{5B21572A-9F7B-43D4-B373-39B78D46CA31}" srcOrd="8" destOrd="0" presId="urn:microsoft.com/office/officeart/2005/8/layout/vProcess5"/>
    <dgm:cxn modelId="{D8571B89-141B-412D-83CC-08B470D57B49}" type="presParOf" srcId="{27AD40A6-47B3-4AD0-BF45-45866E14BA5A}" destId="{36C2D627-D922-49A2-A6B6-AAE9CAD86A9E}" srcOrd="9" destOrd="0" presId="urn:microsoft.com/office/officeart/2005/8/layout/vProcess5"/>
    <dgm:cxn modelId="{9B8D8DF2-72AC-4333-9AD4-EAB37E12BFAD}" type="presParOf" srcId="{27AD40A6-47B3-4AD0-BF45-45866E14BA5A}" destId="{9F35279C-A975-449E-B251-A665FF673001}" srcOrd="10" destOrd="0" presId="urn:microsoft.com/office/officeart/2005/8/layout/vProcess5"/>
    <dgm:cxn modelId="{C50DDF92-0F4D-49E3-BEBA-C2FA968CE52E}" type="presParOf" srcId="{27AD40A6-47B3-4AD0-BF45-45866E14BA5A}" destId="{785143E9-844E-453D-96B3-50045CAFDC56}" srcOrd="11"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1B40D5A3-23A0-4D6F-800F-8CED18BAD642}" type="doc">
      <dgm:prSet loTypeId="urn:microsoft.com/office/officeart/2005/8/layout/hierarchy2" loCatId="hierarchy" qsTypeId="urn:microsoft.com/office/officeart/2005/8/quickstyle/simple4" qsCatId="simple" csTypeId="urn:microsoft.com/office/officeart/2005/8/colors/colorful1" csCatId="colorful" phldr="1"/>
      <dgm:spPr/>
      <dgm:t>
        <a:bodyPr/>
        <a:lstStyle/>
        <a:p>
          <a:endParaRPr lang="en-US"/>
        </a:p>
      </dgm:t>
    </dgm:pt>
    <dgm:pt modelId="{9C8027B1-31A7-40C3-BBA1-28C06D8AB898}">
      <dgm:prSet/>
      <dgm:spPr/>
      <dgm:t>
        <a:bodyPr/>
        <a:lstStyle/>
        <a:p>
          <a:r>
            <a:rPr lang="pl-PL" dirty="0"/>
            <a:t>Zadaniem głównego pliku jest analiza postawy użytkownika podczas wykonywania ćwiczenia. W skład wchodzą :</a:t>
          </a:r>
          <a:endParaRPr lang="en-US" dirty="0"/>
        </a:p>
      </dgm:t>
    </dgm:pt>
    <dgm:pt modelId="{17C67D26-589F-4945-825B-5EB92FDEDF13}" type="parTrans" cxnId="{3611BE22-0477-4555-A420-1346A57A983D}">
      <dgm:prSet/>
      <dgm:spPr/>
      <dgm:t>
        <a:bodyPr/>
        <a:lstStyle/>
        <a:p>
          <a:endParaRPr lang="en-US"/>
        </a:p>
      </dgm:t>
    </dgm:pt>
    <dgm:pt modelId="{29CE0C0A-B9C3-43D9-ADFF-F47FA4E63290}" type="sibTrans" cxnId="{3611BE22-0477-4555-A420-1346A57A983D}">
      <dgm:prSet/>
      <dgm:spPr/>
      <dgm:t>
        <a:bodyPr/>
        <a:lstStyle/>
        <a:p>
          <a:endParaRPr lang="en-US"/>
        </a:p>
      </dgm:t>
    </dgm:pt>
    <dgm:pt modelId="{434EB857-D40A-4E23-A223-9C4664BC15CE}">
      <dgm:prSet/>
      <dgm:spPr/>
      <dgm:t>
        <a:bodyPr/>
        <a:lstStyle/>
        <a:p>
          <a:r>
            <a:rPr lang="pl-PL"/>
            <a:t>Kąt nachylenia ciała </a:t>
          </a:r>
          <a:endParaRPr lang="en-US"/>
        </a:p>
      </dgm:t>
    </dgm:pt>
    <dgm:pt modelId="{B37E7E1C-C2BE-4213-A10D-2A320BA434BE}" type="parTrans" cxnId="{3614F730-874B-41BD-B10F-6166B2EE9FC8}">
      <dgm:prSet/>
      <dgm:spPr/>
      <dgm:t>
        <a:bodyPr/>
        <a:lstStyle/>
        <a:p>
          <a:endParaRPr lang="en-US"/>
        </a:p>
      </dgm:t>
    </dgm:pt>
    <dgm:pt modelId="{9A8B42AC-E51B-42F8-8C3F-4C8FFE452734}" type="sibTrans" cxnId="{3614F730-874B-41BD-B10F-6166B2EE9FC8}">
      <dgm:prSet/>
      <dgm:spPr/>
      <dgm:t>
        <a:bodyPr/>
        <a:lstStyle/>
        <a:p>
          <a:endParaRPr lang="en-US"/>
        </a:p>
      </dgm:t>
    </dgm:pt>
    <dgm:pt modelId="{6053D48F-5975-4254-AE68-3B9A2BF7266C}">
      <dgm:prSet/>
      <dgm:spPr/>
      <dgm:t>
        <a:bodyPr/>
        <a:lstStyle/>
        <a:p>
          <a:r>
            <a:rPr lang="pl-PL"/>
            <a:t>Kąt odchylenia ciała</a:t>
          </a:r>
          <a:endParaRPr lang="en-US"/>
        </a:p>
      </dgm:t>
    </dgm:pt>
    <dgm:pt modelId="{0A2F091D-6498-4C55-B707-39F3F8B4298E}" type="parTrans" cxnId="{73E44A2E-B0B3-4FB7-B288-8F21F9B08206}">
      <dgm:prSet/>
      <dgm:spPr/>
      <dgm:t>
        <a:bodyPr/>
        <a:lstStyle/>
        <a:p>
          <a:endParaRPr lang="en-US"/>
        </a:p>
      </dgm:t>
    </dgm:pt>
    <dgm:pt modelId="{02823806-6F30-405A-9176-EC255EA80F02}" type="sibTrans" cxnId="{73E44A2E-B0B3-4FB7-B288-8F21F9B08206}">
      <dgm:prSet/>
      <dgm:spPr/>
      <dgm:t>
        <a:bodyPr/>
        <a:lstStyle/>
        <a:p>
          <a:endParaRPr lang="en-US"/>
        </a:p>
      </dgm:t>
    </dgm:pt>
    <dgm:pt modelId="{3654E8D0-198E-403F-93FD-0DB531786726}">
      <dgm:prSet/>
      <dgm:spPr/>
      <dgm:t>
        <a:bodyPr/>
        <a:lstStyle/>
        <a:p>
          <a:r>
            <a:rPr lang="pl-PL"/>
            <a:t>Menu do wyboru źródła :</a:t>
          </a:r>
          <a:endParaRPr lang="en-US"/>
        </a:p>
      </dgm:t>
    </dgm:pt>
    <dgm:pt modelId="{0A5AD8B1-07FF-440D-9D45-A69F6A733925}" type="parTrans" cxnId="{138695B5-CA98-4992-9D9E-AEDD15458315}">
      <dgm:prSet/>
      <dgm:spPr/>
      <dgm:t>
        <a:bodyPr/>
        <a:lstStyle/>
        <a:p>
          <a:endParaRPr lang="en-US"/>
        </a:p>
      </dgm:t>
    </dgm:pt>
    <dgm:pt modelId="{DCD6F256-7419-4965-9AF1-66ED93A7BFF2}" type="sibTrans" cxnId="{138695B5-CA98-4992-9D9E-AEDD15458315}">
      <dgm:prSet/>
      <dgm:spPr/>
      <dgm:t>
        <a:bodyPr/>
        <a:lstStyle/>
        <a:p>
          <a:endParaRPr lang="en-US"/>
        </a:p>
      </dgm:t>
    </dgm:pt>
    <dgm:pt modelId="{EADD8934-109C-48F7-A0F0-AB062151076B}">
      <dgm:prSet/>
      <dgm:spPr/>
      <dgm:t>
        <a:bodyPr/>
        <a:lstStyle/>
        <a:p>
          <a:r>
            <a:rPr lang="pl-PL"/>
            <a:t>Film</a:t>
          </a:r>
          <a:endParaRPr lang="en-US"/>
        </a:p>
      </dgm:t>
    </dgm:pt>
    <dgm:pt modelId="{D3895B0E-64BF-45B3-800B-59CC5F68DF76}" type="parTrans" cxnId="{CBE6BC17-6039-4FDD-8B61-070AB29FA5A1}">
      <dgm:prSet/>
      <dgm:spPr/>
      <dgm:t>
        <a:bodyPr/>
        <a:lstStyle/>
        <a:p>
          <a:endParaRPr lang="en-US"/>
        </a:p>
      </dgm:t>
    </dgm:pt>
    <dgm:pt modelId="{9DB5E1D6-E032-4E36-BE70-97F6AE1D4764}" type="sibTrans" cxnId="{CBE6BC17-6039-4FDD-8B61-070AB29FA5A1}">
      <dgm:prSet/>
      <dgm:spPr/>
      <dgm:t>
        <a:bodyPr/>
        <a:lstStyle/>
        <a:p>
          <a:endParaRPr lang="en-US"/>
        </a:p>
      </dgm:t>
    </dgm:pt>
    <dgm:pt modelId="{D04B2B00-A11D-4C1A-A644-F75944AB17E0}">
      <dgm:prSet/>
      <dgm:spPr/>
      <dgm:t>
        <a:bodyPr/>
        <a:lstStyle/>
        <a:p>
          <a:r>
            <a:rPr lang="pl-PL"/>
            <a:t>Na żywo</a:t>
          </a:r>
          <a:endParaRPr lang="en-US"/>
        </a:p>
      </dgm:t>
    </dgm:pt>
    <dgm:pt modelId="{C4063325-EE2B-4058-9AEE-BEE967863EDD}" type="parTrans" cxnId="{026B392C-9748-481B-8D17-7F22A24D0946}">
      <dgm:prSet/>
      <dgm:spPr/>
      <dgm:t>
        <a:bodyPr/>
        <a:lstStyle/>
        <a:p>
          <a:endParaRPr lang="en-US"/>
        </a:p>
      </dgm:t>
    </dgm:pt>
    <dgm:pt modelId="{3227093F-AF67-4F61-BB60-B69DD298830D}" type="sibTrans" cxnId="{026B392C-9748-481B-8D17-7F22A24D0946}">
      <dgm:prSet/>
      <dgm:spPr/>
      <dgm:t>
        <a:bodyPr/>
        <a:lstStyle/>
        <a:p>
          <a:endParaRPr lang="en-US"/>
        </a:p>
      </dgm:t>
    </dgm:pt>
    <dgm:pt modelId="{D7693A84-07D0-43FB-9E97-F4C29AFCBA04}" type="pres">
      <dgm:prSet presAssocID="{1B40D5A3-23A0-4D6F-800F-8CED18BAD642}" presName="diagram" presStyleCnt="0">
        <dgm:presLayoutVars>
          <dgm:chPref val="1"/>
          <dgm:dir/>
          <dgm:animOne val="branch"/>
          <dgm:animLvl val="lvl"/>
          <dgm:resizeHandles val="exact"/>
        </dgm:presLayoutVars>
      </dgm:prSet>
      <dgm:spPr/>
    </dgm:pt>
    <dgm:pt modelId="{DE3D14A3-F4B6-4367-95E3-BD7A882F8C6F}" type="pres">
      <dgm:prSet presAssocID="{9C8027B1-31A7-40C3-BBA1-28C06D8AB898}" presName="root1" presStyleCnt="0"/>
      <dgm:spPr/>
    </dgm:pt>
    <dgm:pt modelId="{6AEE9EB7-05E4-42BC-A75B-3616D4EB47C1}" type="pres">
      <dgm:prSet presAssocID="{9C8027B1-31A7-40C3-BBA1-28C06D8AB898}" presName="LevelOneTextNode" presStyleLbl="node0" presStyleIdx="0" presStyleCnt="1" custScaleX="209690" custScaleY="293522" custLinFactNeighborX="583">
        <dgm:presLayoutVars>
          <dgm:chPref val="3"/>
        </dgm:presLayoutVars>
      </dgm:prSet>
      <dgm:spPr/>
    </dgm:pt>
    <dgm:pt modelId="{C42F7E94-B3A9-4FCE-8096-E18D234F5A4B}" type="pres">
      <dgm:prSet presAssocID="{9C8027B1-31A7-40C3-BBA1-28C06D8AB898}" presName="level2hierChild" presStyleCnt="0"/>
      <dgm:spPr/>
    </dgm:pt>
    <dgm:pt modelId="{E83EFC1C-DCD7-4102-BA3C-6A82A8208793}" type="pres">
      <dgm:prSet presAssocID="{B37E7E1C-C2BE-4213-A10D-2A320BA434BE}" presName="conn2-1" presStyleLbl="parChTrans1D2" presStyleIdx="0" presStyleCnt="3"/>
      <dgm:spPr/>
    </dgm:pt>
    <dgm:pt modelId="{8F45F618-FC64-4FF2-89CC-116E2990B912}" type="pres">
      <dgm:prSet presAssocID="{B37E7E1C-C2BE-4213-A10D-2A320BA434BE}" presName="connTx" presStyleLbl="parChTrans1D2" presStyleIdx="0" presStyleCnt="3"/>
      <dgm:spPr/>
    </dgm:pt>
    <dgm:pt modelId="{EE057DCB-E7F9-46E8-B357-AA8477A393E1}" type="pres">
      <dgm:prSet presAssocID="{434EB857-D40A-4E23-A223-9C4664BC15CE}" presName="root2" presStyleCnt="0"/>
      <dgm:spPr/>
    </dgm:pt>
    <dgm:pt modelId="{43F61225-9036-461F-9ACD-637D1163799D}" type="pres">
      <dgm:prSet presAssocID="{434EB857-D40A-4E23-A223-9C4664BC15CE}" presName="LevelTwoTextNode" presStyleLbl="node2" presStyleIdx="0" presStyleCnt="3">
        <dgm:presLayoutVars>
          <dgm:chPref val="3"/>
        </dgm:presLayoutVars>
      </dgm:prSet>
      <dgm:spPr/>
    </dgm:pt>
    <dgm:pt modelId="{573F28C5-C8D6-4920-BE12-EB8C3DC0B953}" type="pres">
      <dgm:prSet presAssocID="{434EB857-D40A-4E23-A223-9C4664BC15CE}" presName="level3hierChild" presStyleCnt="0"/>
      <dgm:spPr/>
    </dgm:pt>
    <dgm:pt modelId="{97A732D2-BD57-4856-B840-572F3B1355E7}" type="pres">
      <dgm:prSet presAssocID="{0A2F091D-6498-4C55-B707-39F3F8B4298E}" presName="conn2-1" presStyleLbl="parChTrans1D2" presStyleIdx="1" presStyleCnt="3"/>
      <dgm:spPr/>
    </dgm:pt>
    <dgm:pt modelId="{BB40CB96-A3B6-40AA-8533-B78131C7C9E8}" type="pres">
      <dgm:prSet presAssocID="{0A2F091D-6498-4C55-B707-39F3F8B4298E}" presName="connTx" presStyleLbl="parChTrans1D2" presStyleIdx="1" presStyleCnt="3"/>
      <dgm:spPr/>
    </dgm:pt>
    <dgm:pt modelId="{8EC40CA8-F1F2-4AF2-98A6-4A72943A91E1}" type="pres">
      <dgm:prSet presAssocID="{6053D48F-5975-4254-AE68-3B9A2BF7266C}" presName="root2" presStyleCnt="0"/>
      <dgm:spPr/>
    </dgm:pt>
    <dgm:pt modelId="{A93C2DBC-4909-41E6-9B91-A2BBACBF8FDC}" type="pres">
      <dgm:prSet presAssocID="{6053D48F-5975-4254-AE68-3B9A2BF7266C}" presName="LevelTwoTextNode" presStyleLbl="node2" presStyleIdx="1" presStyleCnt="3">
        <dgm:presLayoutVars>
          <dgm:chPref val="3"/>
        </dgm:presLayoutVars>
      </dgm:prSet>
      <dgm:spPr/>
    </dgm:pt>
    <dgm:pt modelId="{387A3CC9-382A-48A6-ADF7-CC24444F60AF}" type="pres">
      <dgm:prSet presAssocID="{6053D48F-5975-4254-AE68-3B9A2BF7266C}" presName="level3hierChild" presStyleCnt="0"/>
      <dgm:spPr/>
    </dgm:pt>
    <dgm:pt modelId="{EC31E47F-3361-48E6-AE6D-E6944BC30AE6}" type="pres">
      <dgm:prSet presAssocID="{0A5AD8B1-07FF-440D-9D45-A69F6A733925}" presName="conn2-1" presStyleLbl="parChTrans1D2" presStyleIdx="2" presStyleCnt="3"/>
      <dgm:spPr/>
    </dgm:pt>
    <dgm:pt modelId="{34160377-56D7-4B5A-88A1-FEC7FB0984DD}" type="pres">
      <dgm:prSet presAssocID="{0A5AD8B1-07FF-440D-9D45-A69F6A733925}" presName="connTx" presStyleLbl="parChTrans1D2" presStyleIdx="2" presStyleCnt="3"/>
      <dgm:spPr/>
    </dgm:pt>
    <dgm:pt modelId="{C952B249-5DEB-4FF2-8DD9-ABEF9FA81F78}" type="pres">
      <dgm:prSet presAssocID="{3654E8D0-198E-403F-93FD-0DB531786726}" presName="root2" presStyleCnt="0"/>
      <dgm:spPr/>
    </dgm:pt>
    <dgm:pt modelId="{D0E8BD18-FA6B-48D7-AC6A-F3D9EB1F4EDA}" type="pres">
      <dgm:prSet presAssocID="{3654E8D0-198E-403F-93FD-0DB531786726}" presName="LevelTwoTextNode" presStyleLbl="node2" presStyleIdx="2" presStyleCnt="3">
        <dgm:presLayoutVars>
          <dgm:chPref val="3"/>
        </dgm:presLayoutVars>
      </dgm:prSet>
      <dgm:spPr/>
    </dgm:pt>
    <dgm:pt modelId="{167E9790-6AF5-47C5-97CA-BF1E3E91F1EA}" type="pres">
      <dgm:prSet presAssocID="{3654E8D0-198E-403F-93FD-0DB531786726}" presName="level3hierChild" presStyleCnt="0"/>
      <dgm:spPr/>
    </dgm:pt>
    <dgm:pt modelId="{6942FDAE-80A4-4C95-9197-CF8F01BA7E3F}" type="pres">
      <dgm:prSet presAssocID="{D3895B0E-64BF-45B3-800B-59CC5F68DF76}" presName="conn2-1" presStyleLbl="parChTrans1D3" presStyleIdx="0" presStyleCnt="2"/>
      <dgm:spPr/>
    </dgm:pt>
    <dgm:pt modelId="{5627AD86-68EA-4389-A469-B9BA15E82A17}" type="pres">
      <dgm:prSet presAssocID="{D3895B0E-64BF-45B3-800B-59CC5F68DF76}" presName="connTx" presStyleLbl="parChTrans1D3" presStyleIdx="0" presStyleCnt="2"/>
      <dgm:spPr/>
    </dgm:pt>
    <dgm:pt modelId="{0566B7A6-40A9-4AEC-880B-3D592A90EBE3}" type="pres">
      <dgm:prSet presAssocID="{EADD8934-109C-48F7-A0F0-AB062151076B}" presName="root2" presStyleCnt="0"/>
      <dgm:spPr/>
    </dgm:pt>
    <dgm:pt modelId="{4E26E4ED-F4E8-4CFA-AA6C-74F04C77411A}" type="pres">
      <dgm:prSet presAssocID="{EADD8934-109C-48F7-A0F0-AB062151076B}" presName="LevelTwoTextNode" presStyleLbl="node3" presStyleIdx="0" presStyleCnt="2">
        <dgm:presLayoutVars>
          <dgm:chPref val="3"/>
        </dgm:presLayoutVars>
      </dgm:prSet>
      <dgm:spPr/>
    </dgm:pt>
    <dgm:pt modelId="{7CA59F7D-A5B9-40AD-967B-3E796FBC417F}" type="pres">
      <dgm:prSet presAssocID="{EADD8934-109C-48F7-A0F0-AB062151076B}" presName="level3hierChild" presStyleCnt="0"/>
      <dgm:spPr/>
    </dgm:pt>
    <dgm:pt modelId="{B4DF88B1-ABF9-4D86-886A-BAD284A4996F}" type="pres">
      <dgm:prSet presAssocID="{C4063325-EE2B-4058-9AEE-BEE967863EDD}" presName="conn2-1" presStyleLbl="parChTrans1D3" presStyleIdx="1" presStyleCnt="2"/>
      <dgm:spPr/>
    </dgm:pt>
    <dgm:pt modelId="{22B61F99-41E5-4AD6-BDFC-A369BE52C319}" type="pres">
      <dgm:prSet presAssocID="{C4063325-EE2B-4058-9AEE-BEE967863EDD}" presName="connTx" presStyleLbl="parChTrans1D3" presStyleIdx="1" presStyleCnt="2"/>
      <dgm:spPr/>
    </dgm:pt>
    <dgm:pt modelId="{4684B75D-1222-43C9-9534-46F1FB79062D}" type="pres">
      <dgm:prSet presAssocID="{D04B2B00-A11D-4C1A-A644-F75944AB17E0}" presName="root2" presStyleCnt="0"/>
      <dgm:spPr/>
    </dgm:pt>
    <dgm:pt modelId="{A4C5E00F-755C-4B79-8B4C-07AA047F0801}" type="pres">
      <dgm:prSet presAssocID="{D04B2B00-A11D-4C1A-A644-F75944AB17E0}" presName="LevelTwoTextNode" presStyleLbl="node3" presStyleIdx="1" presStyleCnt="2">
        <dgm:presLayoutVars>
          <dgm:chPref val="3"/>
        </dgm:presLayoutVars>
      </dgm:prSet>
      <dgm:spPr/>
    </dgm:pt>
    <dgm:pt modelId="{5B96BBC2-95A4-4357-AF7A-6FB68FA8CE3B}" type="pres">
      <dgm:prSet presAssocID="{D04B2B00-A11D-4C1A-A644-F75944AB17E0}" presName="level3hierChild" presStyleCnt="0"/>
      <dgm:spPr/>
    </dgm:pt>
  </dgm:ptLst>
  <dgm:cxnLst>
    <dgm:cxn modelId="{C9066B0E-6DF3-4393-91F5-355368124E5D}" type="presOf" srcId="{0A5AD8B1-07FF-440D-9D45-A69F6A733925}" destId="{34160377-56D7-4B5A-88A1-FEC7FB0984DD}" srcOrd="1" destOrd="0" presId="urn:microsoft.com/office/officeart/2005/8/layout/hierarchy2"/>
    <dgm:cxn modelId="{8C35E511-B8A3-4F7B-AB24-6A1073266321}" type="presOf" srcId="{D3895B0E-64BF-45B3-800B-59CC5F68DF76}" destId="{5627AD86-68EA-4389-A469-B9BA15E82A17}" srcOrd="1" destOrd="0" presId="urn:microsoft.com/office/officeart/2005/8/layout/hierarchy2"/>
    <dgm:cxn modelId="{CBE6BC17-6039-4FDD-8B61-070AB29FA5A1}" srcId="{3654E8D0-198E-403F-93FD-0DB531786726}" destId="{EADD8934-109C-48F7-A0F0-AB062151076B}" srcOrd="0" destOrd="0" parTransId="{D3895B0E-64BF-45B3-800B-59CC5F68DF76}" sibTransId="{9DB5E1D6-E032-4E36-BE70-97F6AE1D4764}"/>
    <dgm:cxn modelId="{596FEA20-286F-40C7-AD91-860622C03546}" type="presOf" srcId="{D04B2B00-A11D-4C1A-A644-F75944AB17E0}" destId="{A4C5E00F-755C-4B79-8B4C-07AA047F0801}" srcOrd="0" destOrd="0" presId="urn:microsoft.com/office/officeart/2005/8/layout/hierarchy2"/>
    <dgm:cxn modelId="{3611BE22-0477-4555-A420-1346A57A983D}" srcId="{1B40D5A3-23A0-4D6F-800F-8CED18BAD642}" destId="{9C8027B1-31A7-40C3-BBA1-28C06D8AB898}" srcOrd="0" destOrd="0" parTransId="{17C67D26-589F-4945-825B-5EB92FDEDF13}" sibTransId="{29CE0C0A-B9C3-43D9-ADFF-F47FA4E63290}"/>
    <dgm:cxn modelId="{026B392C-9748-481B-8D17-7F22A24D0946}" srcId="{3654E8D0-198E-403F-93FD-0DB531786726}" destId="{D04B2B00-A11D-4C1A-A644-F75944AB17E0}" srcOrd="1" destOrd="0" parTransId="{C4063325-EE2B-4058-9AEE-BEE967863EDD}" sibTransId="{3227093F-AF67-4F61-BB60-B69DD298830D}"/>
    <dgm:cxn modelId="{73E44A2E-B0B3-4FB7-B288-8F21F9B08206}" srcId="{9C8027B1-31A7-40C3-BBA1-28C06D8AB898}" destId="{6053D48F-5975-4254-AE68-3B9A2BF7266C}" srcOrd="1" destOrd="0" parTransId="{0A2F091D-6498-4C55-B707-39F3F8B4298E}" sibTransId="{02823806-6F30-405A-9176-EC255EA80F02}"/>
    <dgm:cxn modelId="{A6B6042F-044C-4DF9-AC69-59333B33D490}" type="presOf" srcId="{1B40D5A3-23A0-4D6F-800F-8CED18BAD642}" destId="{D7693A84-07D0-43FB-9E97-F4C29AFCBA04}" srcOrd="0" destOrd="0" presId="urn:microsoft.com/office/officeart/2005/8/layout/hierarchy2"/>
    <dgm:cxn modelId="{3614F730-874B-41BD-B10F-6166B2EE9FC8}" srcId="{9C8027B1-31A7-40C3-BBA1-28C06D8AB898}" destId="{434EB857-D40A-4E23-A223-9C4664BC15CE}" srcOrd="0" destOrd="0" parTransId="{B37E7E1C-C2BE-4213-A10D-2A320BA434BE}" sibTransId="{9A8B42AC-E51B-42F8-8C3F-4C8FFE452734}"/>
    <dgm:cxn modelId="{7EADD032-A848-4946-AB89-300025200F50}" type="presOf" srcId="{C4063325-EE2B-4058-9AEE-BEE967863EDD}" destId="{B4DF88B1-ABF9-4D86-886A-BAD284A4996F}" srcOrd="0" destOrd="0" presId="urn:microsoft.com/office/officeart/2005/8/layout/hierarchy2"/>
    <dgm:cxn modelId="{5A46743D-8D17-4913-9E07-B48729C2C7E8}" type="presOf" srcId="{0A5AD8B1-07FF-440D-9D45-A69F6A733925}" destId="{EC31E47F-3361-48E6-AE6D-E6944BC30AE6}" srcOrd="0" destOrd="0" presId="urn:microsoft.com/office/officeart/2005/8/layout/hierarchy2"/>
    <dgm:cxn modelId="{984E2061-7106-449E-BA14-EDB525359954}" type="presOf" srcId="{0A2F091D-6498-4C55-B707-39F3F8B4298E}" destId="{97A732D2-BD57-4856-B840-572F3B1355E7}" srcOrd="0" destOrd="0" presId="urn:microsoft.com/office/officeart/2005/8/layout/hierarchy2"/>
    <dgm:cxn modelId="{6C7CD842-4CA3-4454-A613-007BB2D2D364}" type="presOf" srcId="{D3895B0E-64BF-45B3-800B-59CC5F68DF76}" destId="{6942FDAE-80A4-4C95-9197-CF8F01BA7E3F}" srcOrd="0" destOrd="0" presId="urn:microsoft.com/office/officeart/2005/8/layout/hierarchy2"/>
    <dgm:cxn modelId="{609BE272-E449-4C30-9713-D0F9B077EB6C}" type="presOf" srcId="{9C8027B1-31A7-40C3-BBA1-28C06D8AB898}" destId="{6AEE9EB7-05E4-42BC-A75B-3616D4EB47C1}" srcOrd="0" destOrd="0" presId="urn:microsoft.com/office/officeart/2005/8/layout/hierarchy2"/>
    <dgm:cxn modelId="{CC22B685-346F-4368-8ADB-B210BC3F9297}" type="presOf" srcId="{434EB857-D40A-4E23-A223-9C4664BC15CE}" destId="{43F61225-9036-461F-9ACD-637D1163799D}" srcOrd="0" destOrd="0" presId="urn:microsoft.com/office/officeart/2005/8/layout/hierarchy2"/>
    <dgm:cxn modelId="{C6F75AA2-F07E-458F-AF95-63564643748C}" type="presOf" srcId="{C4063325-EE2B-4058-9AEE-BEE967863EDD}" destId="{22B61F99-41E5-4AD6-BDFC-A369BE52C319}" srcOrd="1" destOrd="0" presId="urn:microsoft.com/office/officeart/2005/8/layout/hierarchy2"/>
    <dgm:cxn modelId="{4C64C3A3-59EC-49D6-8DCB-2CB1712578DF}" type="presOf" srcId="{B37E7E1C-C2BE-4213-A10D-2A320BA434BE}" destId="{8F45F618-FC64-4FF2-89CC-116E2990B912}" srcOrd="1" destOrd="0" presId="urn:microsoft.com/office/officeart/2005/8/layout/hierarchy2"/>
    <dgm:cxn modelId="{F27363AF-1793-4504-A344-BF6171F27178}" type="presOf" srcId="{EADD8934-109C-48F7-A0F0-AB062151076B}" destId="{4E26E4ED-F4E8-4CFA-AA6C-74F04C77411A}" srcOrd="0" destOrd="0" presId="urn:microsoft.com/office/officeart/2005/8/layout/hierarchy2"/>
    <dgm:cxn modelId="{138695B5-CA98-4992-9D9E-AEDD15458315}" srcId="{9C8027B1-31A7-40C3-BBA1-28C06D8AB898}" destId="{3654E8D0-198E-403F-93FD-0DB531786726}" srcOrd="2" destOrd="0" parTransId="{0A5AD8B1-07FF-440D-9D45-A69F6A733925}" sibTransId="{DCD6F256-7419-4965-9AF1-66ED93A7BFF2}"/>
    <dgm:cxn modelId="{AF8221BA-324C-4F44-A091-5D31D58EC763}" type="presOf" srcId="{3654E8D0-198E-403F-93FD-0DB531786726}" destId="{D0E8BD18-FA6B-48D7-AC6A-F3D9EB1F4EDA}" srcOrd="0" destOrd="0" presId="urn:microsoft.com/office/officeart/2005/8/layout/hierarchy2"/>
    <dgm:cxn modelId="{5D2A40D0-4B96-4FE0-8BAB-8CA67AE69F3C}" type="presOf" srcId="{0A2F091D-6498-4C55-B707-39F3F8B4298E}" destId="{BB40CB96-A3B6-40AA-8533-B78131C7C9E8}" srcOrd="1" destOrd="0" presId="urn:microsoft.com/office/officeart/2005/8/layout/hierarchy2"/>
    <dgm:cxn modelId="{F7F75BD1-A474-4AB4-BCE9-D8B3EE165037}" type="presOf" srcId="{B37E7E1C-C2BE-4213-A10D-2A320BA434BE}" destId="{E83EFC1C-DCD7-4102-BA3C-6A82A8208793}" srcOrd="0" destOrd="0" presId="urn:microsoft.com/office/officeart/2005/8/layout/hierarchy2"/>
    <dgm:cxn modelId="{669DC1F5-C1B9-4994-A8C8-152578378C5A}" type="presOf" srcId="{6053D48F-5975-4254-AE68-3B9A2BF7266C}" destId="{A93C2DBC-4909-41E6-9B91-A2BBACBF8FDC}" srcOrd="0" destOrd="0" presId="urn:microsoft.com/office/officeart/2005/8/layout/hierarchy2"/>
    <dgm:cxn modelId="{4A245249-BA31-4F95-80AC-8946987F11C5}" type="presParOf" srcId="{D7693A84-07D0-43FB-9E97-F4C29AFCBA04}" destId="{DE3D14A3-F4B6-4367-95E3-BD7A882F8C6F}" srcOrd="0" destOrd="0" presId="urn:microsoft.com/office/officeart/2005/8/layout/hierarchy2"/>
    <dgm:cxn modelId="{1FB6C69B-875C-4379-A58A-B6AF86690810}" type="presParOf" srcId="{DE3D14A3-F4B6-4367-95E3-BD7A882F8C6F}" destId="{6AEE9EB7-05E4-42BC-A75B-3616D4EB47C1}" srcOrd="0" destOrd="0" presId="urn:microsoft.com/office/officeart/2005/8/layout/hierarchy2"/>
    <dgm:cxn modelId="{7823CC33-6114-4627-B57E-BB1AEB3CF3FD}" type="presParOf" srcId="{DE3D14A3-F4B6-4367-95E3-BD7A882F8C6F}" destId="{C42F7E94-B3A9-4FCE-8096-E18D234F5A4B}" srcOrd="1" destOrd="0" presId="urn:microsoft.com/office/officeart/2005/8/layout/hierarchy2"/>
    <dgm:cxn modelId="{BD36F46E-04DB-4895-8005-52EDB7988E72}" type="presParOf" srcId="{C42F7E94-B3A9-4FCE-8096-E18D234F5A4B}" destId="{E83EFC1C-DCD7-4102-BA3C-6A82A8208793}" srcOrd="0" destOrd="0" presId="urn:microsoft.com/office/officeart/2005/8/layout/hierarchy2"/>
    <dgm:cxn modelId="{6FD96C76-DF72-4AF0-8FD4-53CDF2B45F09}" type="presParOf" srcId="{E83EFC1C-DCD7-4102-BA3C-6A82A8208793}" destId="{8F45F618-FC64-4FF2-89CC-116E2990B912}" srcOrd="0" destOrd="0" presId="urn:microsoft.com/office/officeart/2005/8/layout/hierarchy2"/>
    <dgm:cxn modelId="{2E1ADE0E-A336-4B39-ABEE-72167C51478F}" type="presParOf" srcId="{C42F7E94-B3A9-4FCE-8096-E18D234F5A4B}" destId="{EE057DCB-E7F9-46E8-B357-AA8477A393E1}" srcOrd="1" destOrd="0" presId="urn:microsoft.com/office/officeart/2005/8/layout/hierarchy2"/>
    <dgm:cxn modelId="{E7E26401-8458-4218-BB29-875E26CF1F02}" type="presParOf" srcId="{EE057DCB-E7F9-46E8-B357-AA8477A393E1}" destId="{43F61225-9036-461F-9ACD-637D1163799D}" srcOrd="0" destOrd="0" presId="urn:microsoft.com/office/officeart/2005/8/layout/hierarchy2"/>
    <dgm:cxn modelId="{4065D77E-130A-4FC7-AC2C-ACDBF0AEA8B8}" type="presParOf" srcId="{EE057DCB-E7F9-46E8-B357-AA8477A393E1}" destId="{573F28C5-C8D6-4920-BE12-EB8C3DC0B953}" srcOrd="1" destOrd="0" presId="urn:microsoft.com/office/officeart/2005/8/layout/hierarchy2"/>
    <dgm:cxn modelId="{AD30EED1-A6A9-4942-A2BA-68FFC2F87244}" type="presParOf" srcId="{C42F7E94-B3A9-4FCE-8096-E18D234F5A4B}" destId="{97A732D2-BD57-4856-B840-572F3B1355E7}" srcOrd="2" destOrd="0" presId="urn:microsoft.com/office/officeart/2005/8/layout/hierarchy2"/>
    <dgm:cxn modelId="{89957DA0-D5D5-4BFA-9D35-36BCCDEE1E18}" type="presParOf" srcId="{97A732D2-BD57-4856-B840-572F3B1355E7}" destId="{BB40CB96-A3B6-40AA-8533-B78131C7C9E8}" srcOrd="0" destOrd="0" presId="urn:microsoft.com/office/officeart/2005/8/layout/hierarchy2"/>
    <dgm:cxn modelId="{C3A879F0-52C7-465E-8C2D-8D360A0DFC7C}" type="presParOf" srcId="{C42F7E94-B3A9-4FCE-8096-E18D234F5A4B}" destId="{8EC40CA8-F1F2-4AF2-98A6-4A72943A91E1}" srcOrd="3" destOrd="0" presId="urn:microsoft.com/office/officeart/2005/8/layout/hierarchy2"/>
    <dgm:cxn modelId="{EB489E20-8919-46C9-808B-3355A7B89083}" type="presParOf" srcId="{8EC40CA8-F1F2-4AF2-98A6-4A72943A91E1}" destId="{A93C2DBC-4909-41E6-9B91-A2BBACBF8FDC}" srcOrd="0" destOrd="0" presId="urn:microsoft.com/office/officeart/2005/8/layout/hierarchy2"/>
    <dgm:cxn modelId="{A6618033-52F6-4C42-B615-BD64618F8828}" type="presParOf" srcId="{8EC40CA8-F1F2-4AF2-98A6-4A72943A91E1}" destId="{387A3CC9-382A-48A6-ADF7-CC24444F60AF}" srcOrd="1" destOrd="0" presId="urn:microsoft.com/office/officeart/2005/8/layout/hierarchy2"/>
    <dgm:cxn modelId="{7D421731-AFD1-4020-8E00-FB53C638333E}" type="presParOf" srcId="{C42F7E94-B3A9-4FCE-8096-E18D234F5A4B}" destId="{EC31E47F-3361-48E6-AE6D-E6944BC30AE6}" srcOrd="4" destOrd="0" presId="urn:microsoft.com/office/officeart/2005/8/layout/hierarchy2"/>
    <dgm:cxn modelId="{2D423CAE-B786-43C3-BFE3-E80E3D5E8D45}" type="presParOf" srcId="{EC31E47F-3361-48E6-AE6D-E6944BC30AE6}" destId="{34160377-56D7-4B5A-88A1-FEC7FB0984DD}" srcOrd="0" destOrd="0" presId="urn:microsoft.com/office/officeart/2005/8/layout/hierarchy2"/>
    <dgm:cxn modelId="{D88A593A-9835-44CC-913B-98F34B04EE8A}" type="presParOf" srcId="{C42F7E94-B3A9-4FCE-8096-E18D234F5A4B}" destId="{C952B249-5DEB-4FF2-8DD9-ABEF9FA81F78}" srcOrd="5" destOrd="0" presId="urn:microsoft.com/office/officeart/2005/8/layout/hierarchy2"/>
    <dgm:cxn modelId="{F05DDFFA-AF6A-44F1-BD95-C4D10800309A}" type="presParOf" srcId="{C952B249-5DEB-4FF2-8DD9-ABEF9FA81F78}" destId="{D0E8BD18-FA6B-48D7-AC6A-F3D9EB1F4EDA}" srcOrd="0" destOrd="0" presId="urn:microsoft.com/office/officeart/2005/8/layout/hierarchy2"/>
    <dgm:cxn modelId="{24123166-0A25-464A-B437-D3EAF8E3CC59}" type="presParOf" srcId="{C952B249-5DEB-4FF2-8DD9-ABEF9FA81F78}" destId="{167E9790-6AF5-47C5-97CA-BF1E3E91F1EA}" srcOrd="1" destOrd="0" presId="urn:microsoft.com/office/officeart/2005/8/layout/hierarchy2"/>
    <dgm:cxn modelId="{15ADF936-76EB-468A-B926-B62BC24A780F}" type="presParOf" srcId="{167E9790-6AF5-47C5-97CA-BF1E3E91F1EA}" destId="{6942FDAE-80A4-4C95-9197-CF8F01BA7E3F}" srcOrd="0" destOrd="0" presId="urn:microsoft.com/office/officeart/2005/8/layout/hierarchy2"/>
    <dgm:cxn modelId="{8F4E18A9-B79A-48B7-B5A6-211EA97A3705}" type="presParOf" srcId="{6942FDAE-80A4-4C95-9197-CF8F01BA7E3F}" destId="{5627AD86-68EA-4389-A469-B9BA15E82A17}" srcOrd="0" destOrd="0" presId="urn:microsoft.com/office/officeart/2005/8/layout/hierarchy2"/>
    <dgm:cxn modelId="{20463D2B-67D6-4672-AE99-6503F9403159}" type="presParOf" srcId="{167E9790-6AF5-47C5-97CA-BF1E3E91F1EA}" destId="{0566B7A6-40A9-4AEC-880B-3D592A90EBE3}" srcOrd="1" destOrd="0" presId="urn:microsoft.com/office/officeart/2005/8/layout/hierarchy2"/>
    <dgm:cxn modelId="{49AEC079-5313-4BAC-B655-5C22ABF665D6}" type="presParOf" srcId="{0566B7A6-40A9-4AEC-880B-3D592A90EBE3}" destId="{4E26E4ED-F4E8-4CFA-AA6C-74F04C77411A}" srcOrd="0" destOrd="0" presId="urn:microsoft.com/office/officeart/2005/8/layout/hierarchy2"/>
    <dgm:cxn modelId="{775D2E8C-8353-4CB9-A4CC-A3C010E75C59}" type="presParOf" srcId="{0566B7A6-40A9-4AEC-880B-3D592A90EBE3}" destId="{7CA59F7D-A5B9-40AD-967B-3E796FBC417F}" srcOrd="1" destOrd="0" presId="urn:microsoft.com/office/officeart/2005/8/layout/hierarchy2"/>
    <dgm:cxn modelId="{82A0FA75-52A1-4E15-BD3A-8ED57573F529}" type="presParOf" srcId="{167E9790-6AF5-47C5-97CA-BF1E3E91F1EA}" destId="{B4DF88B1-ABF9-4D86-886A-BAD284A4996F}" srcOrd="2" destOrd="0" presId="urn:microsoft.com/office/officeart/2005/8/layout/hierarchy2"/>
    <dgm:cxn modelId="{0143CE76-1C22-4177-8255-2F73EEF79534}" type="presParOf" srcId="{B4DF88B1-ABF9-4D86-886A-BAD284A4996F}" destId="{22B61F99-41E5-4AD6-BDFC-A369BE52C319}" srcOrd="0" destOrd="0" presId="urn:microsoft.com/office/officeart/2005/8/layout/hierarchy2"/>
    <dgm:cxn modelId="{1130F34A-ADE3-45A3-A977-7A9F542CCFC5}" type="presParOf" srcId="{167E9790-6AF5-47C5-97CA-BF1E3E91F1EA}" destId="{4684B75D-1222-43C9-9534-46F1FB79062D}" srcOrd="3" destOrd="0" presId="urn:microsoft.com/office/officeart/2005/8/layout/hierarchy2"/>
    <dgm:cxn modelId="{825B9E90-D859-477A-8FF8-2142E095D7F4}" type="presParOf" srcId="{4684B75D-1222-43C9-9534-46F1FB79062D}" destId="{A4C5E00F-755C-4B79-8B4C-07AA047F0801}" srcOrd="0" destOrd="0" presId="urn:microsoft.com/office/officeart/2005/8/layout/hierarchy2"/>
    <dgm:cxn modelId="{B97F6190-AA63-4BD0-828E-8A0C7FF866B7}" type="presParOf" srcId="{4684B75D-1222-43C9-9534-46F1FB79062D}" destId="{5B96BBC2-95A4-4357-AF7A-6FB68FA8CE3B}"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91A0FBA6-458E-49E8-B8A9-8D8B6B015C63}" type="doc">
      <dgm:prSet loTypeId="urn:microsoft.com/office/officeart/2005/8/layout/default" loCatId="list" qsTypeId="urn:microsoft.com/office/officeart/2005/8/quickstyle/simple1" qsCatId="simple" csTypeId="urn:microsoft.com/office/officeart/2005/8/colors/accent1_2" csCatId="accent1"/>
      <dgm:spPr/>
      <dgm:t>
        <a:bodyPr/>
        <a:lstStyle/>
        <a:p>
          <a:endParaRPr lang="en-US"/>
        </a:p>
      </dgm:t>
    </dgm:pt>
    <dgm:pt modelId="{790EDD40-FC97-4EAE-B6E0-9A6782B66E08}">
      <dgm:prSet/>
      <dgm:spPr/>
      <dgm:t>
        <a:bodyPr/>
        <a:lstStyle/>
        <a:p>
          <a:r>
            <a:rPr lang="pl-PL" b="1"/>
            <a:t>compute_angle() - </a:t>
          </a:r>
          <a:r>
            <a:rPr lang="pl-PL"/>
            <a:t>Oblicza kąt pomiędzy trzema punktami </a:t>
          </a:r>
          <a:endParaRPr lang="en-US"/>
        </a:p>
      </dgm:t>
    </dgm:pt>
    <dgm:pt modelId="{44D8A91C-FBF6-4E80-BBDD-4FA3D6FC9EE3}" type="parTrans" cxnId="{5BB5A44C-2C2A-440C-82C8-D59F14C2F602}">
      <dgm:prSet/>
      <dgm:spPr/>
      <dgm:t>
        <a:bodyPr/>
        <a:lstStyle/>
        <a:p>
          <a:endParaRPr lang="en-US"/>
        </a:p>
      </dgm:t>
    </dgm:pt>
    <dgm:pt modelId="{7E10AEB3-D930-4C2C-8DCE-F09EE495DDE6}" type="sibTrans" cxnId="{5BB5A44C-2C2A-440C-82C8-D59F14C2F602}">
      <dgm:prSet/>
      <dgm:spPr/>
      <dgm:t>
        <a:bodyPr/>
        <a:lstStyle/>
        <a:p>
          <a:endParaRPr lang="en-US"/>
        </a:p>
      </dgm:t>
    </dgm:pt>
    <dgm:pt modelId="{94131E89-3FF8-4E7D-B6BD-183AC9C99093}">
      <dgm:prSet/>
      <dgm:spPr/>
      <dgm:t>
        <a:bodyPr/>
        <a:lstStyle/>
        <a:p>
          <a:r>
            <a:rPr lang="pl-PL" b="1"/>
            <a:t>get_point() - </a:t>
          </a:r>
          <a:r>
            <a:rPr lang="pl-PL"/>
            <a:t>Pobiera współrzędne punktu i poziom pewności z wyniku modelu YOLO.</a:t>
          </a:r>
          <a:endParaRPr lang="en-US"/>
        </a:p>
      </dgm:t>
    </dgm:pt>
    <dgm:pt modelId="{4B090A0C-A5AA-4104-923B-63439B09577F}" type="parTrans" cxnId="{3B1322ED-7F1F-4ED4-A2AE-FE3E095E959B}">
      <dgm:prSet/>
      <dgm:spPr/>
      <dgm:t>
        <a:bodyPr/>
        <a:lstStyle/>
        <a:p>
          <a:endParaRPr lang="en-US"/>
        </a:p>
      </dgm:t>
    </dgm:pt>
    <dgm:pt modelId="{D00C1F42-F533-4BD1-8499-0610135EE2F4}" type="sibTrans" cxnId="{3B1322ED-7F1F-4ED4-A2AE-FE3E095E959B}">
      <dgm:prSet/>
      <dgm:spPr/>
      <dgm:t>
        <a:bodyPr/>
        <a:lstStyle/>
        <a:p>
          <a:endParaRPr lang="en-US"/>
        </a:p>
      </dgm:t>
    </dgm:pt>
    <dgm:pt modelId="{0A38917B-1939-45AE-A541-964874BEC069}">
      <dgm:prSet/>
      <dgm:spPr/>
      <dgm:t>
        <a:bodyPr/>
        <a:lstStyle/>
        <a:p>
          <a:r>
            <a:rPr lang="pl-PL" b="1"/>
            <a:t>is_plank_position() - </a:t>
          </a:r>
          <a:r>
            <a:rPr lang="pl-PL"/>
            <a:t>Sprawdza, czy zarejestrowane kąty ciała sugerują pozycję deski. </a:t>
          </a:r>
          <a:endParaRPr lang="en-US"/>
        </a:p>
      </dgm:t>
    </dgm:pt>
    <dgm:pt modelId="{E4E02432-F1C0-4F25-9B78-E2B8C250326D}" type="parTrans" cxnId="{5D39C8B9-EC81-4632-9BFD-55F07D5B4C1E}">
      <dgm:prSet/>
      <dgm:spPr/>
      <dgm:t>
        <a:bodyPr/>
        <a:lstStyle/>
        <a:p>
          <a:endParaRPr lang="en-US"/>
        </a:p>
      </dgm:t>
    </dgm:pt>
    <dgm:pt modelId="{E0555782-3F6D-4BAC-BCBE-55D2818C6AD3}" type="sibTrans" cxnId="{5D39C8B9-EC81-4632-9BFD-55F07D5B4C1E}">
      <dgm:prSet/>
      <dgm:spPr/>
      <dgm:t>
        <a:bodyPr/>
        <a:lstStyle/>
        <a:p>
          <a:endParaRPr lang="en-US"/>
        </a:p>
      </dgm:t>
    </dgm:pt>
    <dgm:pt modelId="{7EC338E3-C5B0-4D59-92DC-B700C1FBAC0D}">
      <dgm:prSet/>
      <dgm:spPr/>
      <dgm:t>
        <a:bodyPr/>
        <a:lstStyle/>
        <a:p>
          <a:r>
            <a:rPr lang="pl-PL" b="1"/>
            <a:t>compute_body_tilt() - </a:t>
          </a:r>
          <a:r>
            <a:rPr lang="pl-PL"/>
            <a:t>Oblicza kąt nachylenia ciała (odcinek barki-biodra) względem osi poziomej X. </a:t>
          </a:r>
          <a:endParaRPr lang="en-US"/>
        </a:p>
      </dgm:t>
    </dgm:pt>
    <dgm:pt modelId="{9EE2CCD3-9F1A-411E-9D21-2F201450D3AF}" type="parTrans" cxnId="{586C6E1F-D347-4620-B7A8-7EC2F5A612B5}">
      <dgm:prSet/>
      <dgm:spPr/>
      <dgm:t>
        <a:bodyPr/>
        <a:lstStyle/>
        <a:p>
          <a:endParaRPr lang="en-US"/>
        </a:p>
      </dgm:t>
    </dgm:pt>
    <dgm:pt modelId="{1C8693B8-4FB3-4BC6-AFA1-B446D4935D3F}" type="sibTrans" cxnId="{586C6E1F-D347-4620-B7A8-7EC2F5A612B5}">
      <dgm:prSet/>
      <dgm:spPr/>
      <dgm:t>
        <a:bodyPr/>
        <a:lstStyle/>
        <a:p>
          <a:endParaRPr lang="en-US"/>
        </a:p>
      </dgm:t>
    </dgm:pt>
    <dgm:pt modelId="{3F5A425B-8C3C-4319-817E-B8F78C9DD9B0}">
      <dgm:prSet/>
      <dgm:spPr/>
      <dgm:t>
        <a:bodyPr/>
        <a:lstStyle/>
        <a:p>
          <a:r>
            <a:rPr lang="pl-PL" b="1"/>
            <a:t>is_body_horizontal() - </a:t>
          </a:r>
          <a:r>
            <a:rPr lang="pl-PL"/>
            <a:t>Sprawdza, czy obliczony w compute_body_tilt kąt (odchylenie) nie przekracza dopuszczalnej wartości</a:t>
          </a:r>
          <a:endParaRPr lang="en-US"/>
        </a:p>
      </dgm:t>
    </dgm:pt>
    <dgm:pt modelId="{41776636-50A1-47F1-95D7-AC4F3A56988B}" type="parTrans" cxnId="{A16EAA1E-324D-44EE-B256-0C7D3ED3F4F8}">
      <dgm:prSet/>
      <dgm:spPr/>
      <dgm:t>
        <a:bodyPr/>
        <a:lstStyle/>
        <a:p>
          <a:endParaRPr lang="en-US"/>
        </a:p>
      </dgm:t>
    </dgm:pt>
    <dgm:pt modelId="{4848E257-A5E2-4333-96ED-46182ABA36F3}" type="sibTrans" cxnId="{A16EAA1E-324D-44EE-B256-0C7D3ED3F4F8}">
      <dgm:prSet/>
      <dgm:spPr/>
      <dgm:t>
        <a:bodyPr/>
        <a:lstStyle/>
        <a:p>
          <a:endParaRPr lang="en-US"/>
        </a:p>
      </dgm:t>
    </dgm:pt>
    <dgm:pt modelId="{AFE0E386-F3C2-4833-BD2E-24C58BFD9810}">
      <dgm:prSet/>
      <dgm:spPr/>
      <dgm:t>
        <a:bodyPr/>
        <a:lstStyle/>
        <a:p>
          <a:r>
            <a:rPr lang="pl-PL" b="1"/>
            <a:t>evaluate_plank() - </a:t>
          </a:r>
          <a:r>
            <a:rPr lang="pl-PL"/>
            <a:t>Porównuje każdy odczytany kąt ciała z limitami dla poprawnej deski </a:t>
          </a:r>
          <a:endParaRPr lang="en-US"/>
        </a:p>
      </dgm:t>
    </dgm:pt>
    <dgm:pt modelId="{3ECA0CF7-54BF-4A38-9F3D-FBE9A1567BDE}" type="parTrans" cxnId="{1FB3594E-FD84-4DBE-B569-94E9B58C7FCD}">
      <dgm:prSet/>
      <dgm:spPr/>
      <dgm:t>
        <a:bodyPr/>
        <a:lstStyle/>
        <a:p>
          <a:endParaRPr lang="en-US"/>
        </a:p>
      </dgm:t>
    </dgm:pt>
    <dgm:pt modelId="{8B7FDC91-108E-453A-A7E3-A9D166EE1539}" type="sibTrans" cxnId="{1FB3594E-FD84-4DBE-B569-94E9B58C7FCD}">
      <dgm:prSet/>
      <dgm:spPr/>
      <dgm:t>
        <a:bodyPr/>
        <a:lstStyle/>
        <a:p>
          <a:endParaRPr lang="en-US"/>
        </a:p>
      </dgm:t>
    </dgm:pt>
    <dgm:pt modelId="{42ADCF11-B47C-4000-B632-36F6C8E56278}">
      <dgm:prSet/>
      <dgm:spPr/>
      <dgm:t>
        <a:bodyPr/>
        <a:lstStyle/>
        <a:p>
          <a:r>
            <a:rPr lang="pl-PL" b="1"/>
            <a:t>draw_hud()  - </a:t>
          </a:r>
          <a:r>
            <a:rPr lang="pl-PL"/>
            <a:t>Odpowiada za rendering interfejsu </a:t>
          </a:r>
          <a:endParaRPr lang="en-US"/>
        </a:p>
      </dgm:t>
    </dgm:pt>
    <dgm:pt modelId="{E28B9D1C-44E1-4208-B421-2BB06A4C6241}" type="parTrans" cxnId="{6DFBA41D-861D-4E5C-AD5B-C1EAFBF4B5E4}">
      <dgm:prSet/>
      <dgm:spPr/>
      <dgm:t>
        <a:bodyPr/>
        <a:lstStyle/>
        <a:p>
          <a:endParaRPr lang="en-US"/>
        </a:p>
      </dgm:t>
    </dgm:pt>
    <dgm:pt modelId="{046E6E7B-AB3C-45DD-9240-AE0E326FBD38}" type="sibTrans" cxnId="{6DFBA41D-861D-4E5C-AD5B-C1EAFBF4B5E4}">
      <dgm:prSet/>
      <dgm:spPr/>
      <dgm:t>
        <a:bodyPr/>
        <a:lstStyle/>
        <a:p>
          <a:endParaRPr lang="en-US"/>
        </a:p>
      </dgm:t>
    </dgm:pt>
    <dgm:pt modelId="{172C1CB0-6989-4722-AB4F-67983E1A8F7E}">
      <dgm:prSet/>
      <dgm:spPr/>
      <dgm:t>
        <a:bodyPr/>
        <a:lstStyle/>
        <a:p>
          <a:r>
            <a:rPr lang="pl-PL" b="1"/>
            <a:t>draw_angles_on_skeleton() - </a:t>
          </a:r>
          <a:r>
            <a:rPr lang="pl-PL"/>
            <a:t>Renderuje obliczone kąty w punktach załamań stawów</a:t>
          </a:r>
          <a:endParaRPr lang="en-US"/>
        </a:p>
      </dgm:t>
    </dgm:pt>
    <dgm:pt modelId="{71190889-E860-4645-B0FE-85E680855635}" type="parTrans" cxnId="{CE0E7AC6-4225-4459-BFBC-D60A7FC9BFC5}">
      <dgm:prSet/>
      <dgm:spPr/>
      <dgm:t>
        <a:bodyPr/>
        <a:lstStyle/>
        <a:p>
          <a:endParaRPr lang="en-US"/>
        </a:p>
      </dgm:t>
    </dgm:pt>
    <dgm:pt modelId="{9D07A8E8-E164-4E5C-BD7B-9ACC70159967}" type="sibTrans" cxnId="{CE0E7AC6-4225-4459-BFBC-D60A7FC9BFC5}">
      <dgm:prSet/>
      <dgm:spPr/>
      <dgm:t>
        <a:bodyPr/>
        <a:lstStyle/>
        <a:p>
          <a:endParaRPr lang="en-US"/>
        </a:p>
      </dgm:t>
    </dgm:pt>
    <dgm:pt modelId="{BE9A5D88-7D42-48FE-8ED6-603243972420}">
      <dgm:prSet/>
      <dgm:spPr/>
      <dgm:t>
        <a:bodyPr/>
        <a:lstStyle/>
        <a:p>
          <a:r>
            <a:rPr lang="pl-PL" b="1"/>
            <a:t>get_source_from_menu() - </a:t>
          </a:r>
          <a:r>
            <a:rPr lang="pl-PL"/>
            <a:t>Proste menu tekstowe wywoływane w konsoli, które pozwala użytkownikowi wybrać źródło obrazu</a:t>
          </a:r>
          <a:endParaRPr lang="en-US"/>
        </a:p>
      </dgm:t>
    </dgm:pt>
    <dgm:pt modelId="{F684E830-CED8-4C6B-A7B4-4D55C1D33AA4}" type="parTrans" cxnId="{16F65308-A947-42F0-A00F-75328C03CD1B}">
      <dgm:prSet/>
      <dgm:spPr/>
      <dgm:t>
        <a:bodyPr/>
        <a:lstStyle/>
        <a:p>
          <a:endParaRPr lang="en-US"/>
        </a:p>
      </dgm:t>
    </dgm:pt>
    <dgm:pt modelId="{6E1147FC-7836-413A-A4FB-02AB9C1CD85B}" type="sibTrans" cxnId="{16F65308-A947-42F0-A00F-75328C03CD1B}">
      <dgm:prSet/>
      <dgm:spPr/>
      <dgm:t>
        <a:bodyPr/>
        <a:lstStyle/>
        <a:p>
          <a:endParaRPr lang="en-US"/>
        </a:p>
      </dgm:t>
    </dgm:pt>
    <dgm:pt modelId="{520E8874-9AF5-4D78-8FA4-1A4A3FF227BD}">
      <dgm:prSet/>
      <dgm:spPr/>
      <dgm:t>
        <a:bodyPr/>
        <a:lstStyle/>
        <a:p>
          <a:r>
            <a:rPr lang="pl-PL" b="1"/>
            <a:t>load_model() - </a:t>
          </a:r>
          <a:r>
            <a:rPr lang="pl-PL"/>
            <a:t>Ładuje i inicjalizuje model YOLO.</a:t>
          </a:r>
          <a:endParaRPr lang="en-US"/>
        </a:p>
      </dgm:t>
    </dgm:pt>
    <dgm:pt modelId="{C2D173C4-6283-41E4-A319-415EA39700D1}" type="parTrans" cxnId="{0C2D4EC5-D576-4A9F-B33C-EDED759813D0}">
      <dgm:prSet/>
      <dgm:spPr/>
      <dgm:t>
        <a:bodyPr/>
        <a:lstStyle/>
        <a:p>
          <a:endParaRPr lang="en-US"/>
        </a:p>
      </dgm:t>
    </dgm:pt>
    <dgm:pt modelId="{B6C0AF27-3EEE-4963-BCA4-9DE89FEF2D4A}" type="sibTrans" cxnId="{0C2D4EC5-D576-4A9F-B33C-EDED759813D0}">
      <dgm:prSet/>
      <dgm:spPr/>
      <dgm:t>
        <a:bodyPr/>
        <a:lstStyle/>
        <a:p>
          <a:endParaRPr lang="en-US"/>
        </a:p>
      </dgm:t>
    </dgm:pt>
    <dgm:pt modelId="{08093C2A-B095-49F5-9A04-D6DE14565235}">
      <dgm:prSet/>
      <dgm:spPr/>
      <dgm:t>
        <a:bodyPr/>
        <a:lstStyle/>
        <a:p>
          <a:r>
            <a:rPr lang="pl-PL" b="1"/>
            <a:t>calculate_roi() - </a:t>
          </a:r>
          <a:r>
            <a:rPr lang="pl-PL"/>
            <a:t>Oblicza, na podstawie wyznaczonego przez YOLO boxa otaczającego człowieka, obszar zwężony do analizy</a:t>
          </a:r>
          <a:endParaRPr lang="en-US"/>
        </a:p>
      </dgm:t>
    </dgm:pt>
    <dgm:pt modelId="{0D3330DD-134A-4488-AA53-CC8E9CA1EDF7}" type="parTrans" cxnId="{C00C2B3D-5768-4601-8D7E-FB829C0B93B8}">
      <dgm:prSet/>
      <dgm:spPr/>
      <dgm:t>
        <a:bodyPr/>
        <a:lstStyle/>
        <a:p>
          <a:endParaRPr lang="en-US"/>
        </a:p>
      </dgm:t>
    </dgm:pt>
    <dgm:pt modelId="{38952F58-1E54-40B0-8A89-53020C169FAE}" type="sibTrans" cxnId="{C00C2B3D-5768-4601-8D7E-FB829C0B93B8}">
      <dgm:prSet/>
      <dgm:spPr/>
      <dgm:t>
        <a:bodyPr/>
        <a:lstStyle/>
        <a:p>
          <a:endParaRPr lang="en-US"/>
        </a:p>
      </dgm:t>
    </dgm:pt>
    <dgm:pt modelId="{A5EA1265-6EE9-4C22-8469-59877322F551}" type="pres">
      <dgm:prSet presAssocID="{91A0FBA6-458E-49E8-B8A9-8D8B6B015C63}" presName="diagram" presStyleCnt="0">
        <dgm:presLayoutVars>
          <dgm:dir/>
          <dgm:resizeHandles val="exact"/>
        </dgm:presLayoutVars>
      </dgm:prSet>
      <dgm:spPr/>
    </dgm:pt>
    <dgm:pt modelId="{FB939484-728E-4CC1-92E6-100BEEAFFC4D}" type="pres">
      <dgm:prSet presAssocID="{790EDD40-FC97-4EAE-B6E0-9A6782B66E08}" presName="node" presStyleLbl="node1" presStyleIdx="0" presStyleCnt="11">
        <dgm:presLayoutVars>
          <dgm:bulletEnabled val="1"/>
        </dgm:presLayoutVars>
      </dgm:prSet>
      <dgm:spPr/>
    </dgm:pt>
    <dgm:pt modelId="{F48F06BD-70DB-4C59-A17F-2F2E903C8061}" type="pres">
      <dgm:prSet presAssocID="{7E10AEB3-D930-4C2C-8DCE-F09EE495DDE6}" presName="sibTrans" presStyleCnt="0"/>
      <dgm:spPr/>
    </dgm:pt>
    <dgm:pt modelId="{07D7793B-3AD3-481F-BA4D-C85E5BA4052E}" type="pres">
      <dgm:prSet presAssocID="{94131E89-3FF8-4E7D-B6BD-183AC9C99093}" presName="node" presStyleLbl="node1" presStyleIdx="1" presStyleCnt="11">
        <dgm:presLayoutVars>
          <dgm:bulletEnabled val="1"/>
        </dgm:presLayoutVars>
      </dgm:prSet>
      <dgm:spPr/>
    </dgm:pt>
    <dgm:pt modelId="{8581FB57-35F5-4D29-823C-150B7597EB9A}" type="pres">
      <dgm:prSet presAssocID="{D00C1F42-F533-4BD1-8499-0610135EE2F4}" presName="sibTrans" presStyleCnt="0"/>
      <dgm:spPr/>
    </dgm:pt>
    <dgm:pt modelId="{D07B7E3D-60E9-4ED7-B556-699F9ED9DBDB}" type="pres">
      <dgm:prSet presAssocID="{0A38917B-1939-45AE-A541-964874BEC069}" presName="node" presStyleLbl="node1" presStyleIdx="2" presStyleCnt="11">
        <dgm:presLayoutVars>
          <dgm:bulletEnabled val="1"/>
        </dgm:presLayoutVars>
      </dgm:prSet>
      <dgm:spPr/>
    </dgm:pt>
    <dgm:pt modelId="{46C9A57C-392A-4028-A833-BF7AB939E71A}" type="pres">
      <dgm:prSet presAssocID="{E0555782-3F6D-4BAC-BCBE-55D2818C6AD3}" presName="sibTrans" presStyleCnt="0"/>
      <dgm:spPr/>
    </dgm:pt>
    <dgm:pt modelId="{E2F0265D-EE1D-4A1D-8AF4-1917A62B4219}" type="pres">
      <dgm:prSet presAssocID="{7EC338E3-C5B0-4D59-92DC-B700C1FBAC0D}" presName="node" presStyleLbl="node1" presStyleIdx="3" presStyleCnt="11">
        <dgm:presLayoutVars>
          <dgm:bulletEnabled val="1"/>
        </dgm:presLayoutVars>
      </dgm:prSet>
      <dgm:spPr/>
    </dgm:pt>
    <dgm:pt modelId="{D7B96E4D-D9A9-40EA-8A6E-8FB8D53E1431}" type="pres">
      <dgm:prSet presAssocID="{1C8693B8-4FB3-4BC6-AFA1-B446D4935D3F}" presName="sibTrans" presStyleCnt="0"/>
      <dgm:spPr/>
    </dgm:pt>
    <dgm:pt modelId="{A538DAD6-E882-4D51-A3BF-1544927B84E5}" type="pres">
      <dgm:prSet presAssocID="{3F5A425B-8C3C-4319-817E-B8F78C9DD9B0}" presName="node" presStyleLbl="node1" presStyleIdx="4" presStyleCnt="11">
        <dgm:presLayoutVars>
          <dgm:bulletEnabled val="1"/>
        </dgm:presLayoutVars>
      </dgm:prSet>
      <dgm:spPr/>
    </dgm:pt>
    <dgm:pt modelId="{1E547576-EF1C-4ABD-BC8F-04119C0FC780}" type="pres">
      <dgm:prSet presAssocID="{4848E257-A5E2-4333-96ED-46182ABA36F3}" presName="sibTrans" presStyleCnt="0"/>
      <dgm:spPr/>
    </dgm:pt>
    <dgm:pt modelId="{B6DAD212-EC13-4FB2-8E89-0967F3DFCB3B}" type="pres">
      <dgm:prSet presAssocID="{AFE0E386-F3C2-4833-BD2E-24C58BFD9810}" presName="node" presStyleLbl="node1" presStyleIdx="5" presStyleCnt="11">
        <dgm:presLayoutVars>
          <dgm:bulletEnabled val="1"/>
        </dgm:presLayoutVars>
      </dgm:prSet>
      <dgm:spPr/>
    </dgm:pt>
    <dgm:pt modelId="{99C0DF9D-026B-4FC9-A82D-1D3371CCEDEA}" type="pres">
      <dgm:prSet presAssocID="{8B7FDC91-108E-453A-A7E3-A9D166EE1539}" presName="sibTrans" presStyleCnt="0"/>
      <dgm:spPr/>
    </dgm:pt>
    <dgm:pt modelId="{0D71DDFC-6C9A-458A-8FDB-E67397CC7301}" type="pres">
      <dgm:prSet presAssocID="{42ADCF11-B47C-4000-B632-36F6C8E56278}" presName="node" presStyleLbl="node1" presStyleIdx="6" presStyleCnt="11">
        <dgm:presLayoutVars>
          <dgm:bulletEnabled val="1"/>
        </dgm:presLayoutVars>
      </dgm:prSet>
      <dgm:spPr/>
    </dgm:pt>
    <dgm:pt modelId="{354CF922-0912-4E76-AAAF-F3E91D78EE59}" type="pres">
      <dgm:prSet presAssocID="{046E6E7B-AB3C-45DD-9240-AE0E326FBD38}" presName="sibTrans" presStyleCnt="0"/>
      <dgm:spPr/>
    </dgm:pt>
    <dgm:pt modelId="{91BD16A4-77D0-4C91-8A50-AAF40C50AE71}" type="pres">
      <dgm:prSet presAssocID="{172C1CB0-6989-4722-AB4F-67983E1A8F7E}" presName="node" presStyleLbl="node1" presStyleIdx="7" presStyleCnt="11">
        <dgm:presLayoutVars>
          <dgm:bulletEnabled val="1"/>
        </dgm:presLayoutVars>
      </dgm:prSet>
      <dgm:spPr/>
    </dgm:pt>
    <dgm:pt modelId="{1B43B40E-C2BF-48E5-BF3D-4332AC6220C2}" type="pres">
      <dgm:prSet presAssocID="{9D07A8E8-E164-4E5C-BD7B-9ACC70159967}" presName="sibTrans" presStyleCnt="0"/>
      <dgm:spPr/>
    </dgm:pt>
    <dgm:pt modelId="{02901264-926A-4289-8DDF-A8ADF56378C1}" type="pres">
      <dgm:prSet presAssocID="{BE9A5D88-7D42-48FE-8ED6-603243972420}" presName="node" presStyleLbl="node1" presStyleIdx="8" presStyleCnt="11">
        <dgm:presLayoutVars>
          <dgm:bulletEnabled val="1"/>
        </dgm:presLayoutVars>
      </dgm:prSet>
      <dgm:spPr/>
    </dgm:pt>
    <dgm:pt modelId="{EECDAE1D-2F1B-460F-81AC-96D58D4027E6}" type="pres">
      <dgm:prSet presAssocID="{6E1147FC-7836-413A-A4FB-02AB9C1CD85B}" presName="sibTrans" presStyleCnt="0"/>
      <dgm:spPr/>
    </dgm:pt>
    <dgm:pt modelId="{785B5D60-3F6F-42AE-A6D0-E082994CBB3C}" type="pres">
      <dgm:prSet presAssocID="{520E8874-9AF5-4D78-8FA4-1A4A3FF227BD}" presName="node" presStyleLbl="node1" presStyleIdx="9" presStyleCnt="11">
        <dgm:presLayoutVars>
          <dgm:bulletEnabled val="1"/>
        </dgm:presLayoutVars>
      </dgm:prSet>
      <dgm:spPr/>
    </dgm:pt>
    <dgm:pt modelId="{94AE639B-DDD0-40BE-8455-F98286F62320}" type="pres">
      <dgm:prSet presAssocID="{B6C0AF27-3EEE-4963-BCA4-9DE89FEF2D4A}" presName="sibTrans" presStyleCnt="0"/>
      <dgm:spPr/>
    </dgm:pt>
    <dgm:pt modelId="{B124CFEE-7C3F-41B8-86F0-2A1692D6B9B0}" type="pres">
      <dgm:prSet presAssocID="{08093C2A-B095-49F5-9A04-D6DE14565235}" presName="node" presStyleLbl="node1" presStyleIdx="10" presStyleCnt="11">
        <dgm:presLayoutVars>
          <dgm:bulletEnabled val="1"/>
        </dgm:presLayoutVars>
      </dgm:prSet>
      <dgm:spPr/>
    </dgm:pt>
  </dgm:ptLst>
  <dgm:cxnLst>
    <dgm:cxn modelId="{16F65308-A947-42F0-A00F-75328C03CD1B}" srcId="{91A0FBA6-458E-49E8-B8A9-8D8B6B015C63}" destId="{BE9A5D88-7D42-48FE-8ED6-603243972420}" srcOrd="8" destOrd="0" parTransId="{F684E830-CED8-4C6B-A7B4-4D55C1D33AA4}" sibTransId="{6E1147FC-7836-413A-A4FB-02AB9C1CD85B}"/>
    <dgm:cxn modelId="{4151F01A-8398-4530-8019-66C09B964BF2}" type="presOf" srcId="{AFE0E386-F3C2-4833-BD2E-24C58BFD9810}" destId="{B6DAD212-EC13-4FB2-8E89-0967F3DFCB3B}" srcOrd="0" destOrd="0" presId="urn:microsoft.com/office/officeart/2005/8/layout/default"/>
    <dgm:cxn modelId="{6DFBA41D-861D-4E5C-AD5B-C1EAFBF4B5E4}" srcId="{91A0FBA6-458E-49E8-B8A9-8D8B6B015C63}" destId="{42ADCF11-B47C-4000-B632-36F6C8E56278}" srcOrd="6" destOrd="0" parTransId="{E28B9D1C-44E1-4208-B421-2BB06A4C6241}" sibTransId="{046E6E7B-AB3C-45DD-9240-AE0E326FBD38}"/>
    <dgm:cxn modelId="{A16EAA1E-324D-44EE-B256-0C7D3ED3F4F8}" srcId="{91A0FBA6-458E-49E8-B8A9-8D8B6B015C63}" destId="{3F5A425B-8C3C-4319-817E-B8F78C9DD9B0}" srcOrd="4" destOrd="0" parTransId="{41776636-50A1-47F1-95D7-AC4F3A56988B}" sibTransId="{4848E257-A5E2-4333-96ED-46182ABA36F3}"/>
    <dgm:cxn modelId="{586C6E1F-D347-4620-B7A8-7EC2F5A612B5}" srcId="{91A0FBA6-458E-49E8-B8A9-8D8B6B015C63}" destId="{7EC338E3-C5B0-4D59-92DC-B700C1FBAC0D}" srcOrd="3" destOrd="0" parTransId="{9EE2CCD3-9F1A-411E-9D21-2F201450D3AF}" sibTransId="{1C8693B8-4FB3-4BC6-AFA1-B446D4935D3F}"/>
    <dgm:cxn modelId="{9EA58524-A3F6-4162-98FD-B4714E5E0791}" type="presOf" srcId="{0A38917B-1939-45AE-A541-964874BEC069}" destId="{D07B7E3D-60E9-4ED7-B556-699F9ED9DBDB}" srcOrd="0" destOrd="0" presId="urn:microsoft.com/office/officeart/2005/8/layout/default"/>
    <dgm:cxn modelId="{5703CC28-1E3A-47BC-9331-ECE55B868A4C}" type="presOf" srcId="{91A0FBA6-458E-49E8-B8A9-8D8B6B015C63}" destId="{A5EA1265-6EE9-4C22-8469-59877322F551}" srcOrd="0" destOrd="0" presId="urn:microsoft.com/office/officeart/2005/8/layout/default"/>
    <dgm:cxn modelId="{C00C2B3D-5768-4601-8D7E-FB829C0B93B8}" srcId="{91A0FBA6-458E-49E8-B8A9-8D8B6B015C63}" destId="{08093C2A-B095-49F5-9A04-D6DE14565235}" srcOrd="10" destOrd="0" parTransId="{0D3330DD-134A-4488-AA53-CC8E9CA1EDF7}" sibTransId="{38952F58-1E54-40B0-8A89-53020C169FAE}"/>
    <dgm:cxn modelId="{406B8A41-92EA-402D-953E-94BB8CD58283}" type="presOf" srcId="{3F5A425B-8C3C-4319-817E-B8F78C9DD9B0}" destId="{A538DAD6-E882-4D51-A3BF-1544927B84E5}" srcOrd="0" destOrd="0" presId="urn:microsoft.com/office/officeart/2005/8/layout/default"/>
    <dgm:cxn modelId="{FA853F64-3652-40AD-BD74-47175FB4426D}" type="presOf" srcId="{BE9A5D88-7D42-48FE-8ED6-603243972420}" destId="{02901264-926A-4289-8DDF-A8ADF56378C1}" srcOrd="0" destOrd="0" presId="urn:microsoft.com/office/officeart/2005/8/layout/default"/>
    <dgm:cxn modelId="{9E7E8F4B-1281-411F-8E19-428C6494A7D5}" type="presOf" srcId="{42ADCF11-B47C-4000-B632-36F6C8E56278}" destId="{0D71DDFC-6C9A-458A-8FDB-E67397CC7301}" srcOrd="0" destOrd="0" presId="urn:microsoft.com/office/officeart/2005/8/layout/default"/>
    <dgm:cxn modelId="{039BB16B-0F7F-460F-AF28-C6C6C3CFA61C}" type="presOf" srcId="{08093C2A-B095-49F5-9A04-D6DE14565235}" destId="{B124CFEE-7C3F-41B8-86F0-2A1692D6B9B0}" srcOrd="0" destOrd="0" presId="urn:microsoft.com/office/officeart/2005/8/layout/default"/>
    <dgm:cxn modelId="{5BB5A44C-2C2A-440C-82C8-D59F14C2F602}" srcId="{91A0FBA6-458E-49E8-B8A9-8D8B6B015C63}" destId="{790EDD40-FC97-4EAE-B6E0-9A6782B66E08}" srcOrd="0" destOrd="0" parTransId="{44D8A91C-FBF6-4E80-BBDD-4FA3D6FC9EE3}" sibTransId="{7E10AEB3-D930-4C2C-8DCE-F09EE495DDE6}"/>
    <dgm:cxn modelId="{1FB3594E-FD84-4DBE-B569-94E9B58C7FCD}" srcId="{91A0FBA6-458E-49E8-B8A9-8D8B6B015C63}" destId="{AFE0E386-F3C2-4833-BD2E-24C58BFD9810}" srcOrd="5" destOrd="0" parTransId="{3ECA0CF7-54BF-4A38-9F3D-FBE9A1567BDE}" sibTransId="{8B7FDC91-108E-453A-A7E3-A9D166EE1539}"/>
    <dgm:cxn modelId="{3BBC0550-82F9-46B1-A38B-70C9219C819C}" type="presOf" srcId="{172C1CB0-6989-4722-AB4F-67983E1A8F7E}" destId="{91BD16A4-77D0-4C91-8A50-AAF40C50AE71}" srcOrd="0" destOrd="0" presId="urn:microsoft.com/office/officeart/2005/8/layout/default"/>
    <dgm:cxn modelId="{6977DD97-F334-4A5D-ABB4-51B65C72B8C9}" type="presOf" srcId="{790EDD40-FC97-4EAE-B6E0-9A6782B66E08}" destId="{FB939484-728E-4CC1-92E6-100BEEAFFC4D}" srcOrd="0" destOrd="0" presId="urn:microsoft.com/office/officeart/2005/8/layout/default"/>
    <dgm:cxn modelId="{5D39C8B9-EC81-4632-9BFD-55F07D5B4C1E}" srcId="{91A0FBA6-458E-49E8-B8A9-8D8B6B015C63}" destId="{0A38917B-1939-45AE-A541-964874BEC069}" srcOrd="2" destOrd="0" parTransId="{E4E02432-F1C0-4F25-9B78-E2B8C250326D}" sibTransId="{E0555782-3F6D-4BAC-BCBE-55D2818C6AD3}"/>
    <dgm:cxn modelId="{0C2D4EC5-D576-4A9F-B33C-EDED759813D0}" srcId="{91A0FBA6-458E-49E8-B8A9-8D8B6B015C63}" destId="{520E8874-9AF5-4D78-8FA4-1A4A3FF227BD}" srcOrd="9" destOrd="0" parTransId="{C2D173C4-6283-41E4-A319-415EA39700D1}" sibTransId="{B6C0AF27-3EEE-4963-BCA4-9DE89FEF2D4A}"/>
    <dgm:cxn modelId="{CE0E7AC6-4225-4459-BFBC-D60A7FC9BFC5}" srcId="{91A0FBA6-458E-49E8-B8A9-8D8B6B015C63}" destId="{172C1CB0-6989-4722-AB4F-67983E1A8F7E}" srcOrd="7" destOrd="0" parTransId="{71190889-E860-4645-B0FE-85E680855635}" sibTransId="{9D07A8E8-E164-4E5C-BD7B-9ACC70159967}"/>
    <dgm:cxn modelId="{4ECF54E0-F96E-45B2-B069-1ABC5D487A23}" type="presOf" srcId="{94131E89-3FF8-4E7D-B6BD-183AC9C99093}" destId="{07D7793B-3AD3-481F-BA4D-C85E5BA4052E}" srcOrd="0" destOrd="0" presId="urn:microsoft.com/office/officeart/2005/8/layout/default"/>
    <dgm:cxn modelId="{3B1322ED-7F1F-4ED4-A2AE-FE3E095E959B}" srcId="{91A0FBA6-458E-49E8-B8A9-8D8B6B015C63}" destId="{94131E89-3FF8-4E7D-B6BD-183AC9C99093}" srcOrd="1" destOrd="0" parTransId="{4B090A0C-A5AA-4104-923B-63439B09577F}" sibTransId="{D00C1F42-F533-4BD1-8499-0610135EE2F4}"/>
    <dgm:cxn modelId="{343139EE-D72E-4D5F-93C4-34683409F29B}" type="presOf" srcId="{7EC338E3-C5B0-4D59-92DC-B700C1FBAC0D}" destId="{E2F0265D-EE1D-4A1D-8AF4-1917A62B4219}" srcOrd="0" destOrd="0" presId="urn:microsoft.com/office/officeart/2005/8/layout/default"/>
    <dgm:cxn modelId="{35AAE4EF-A4CB-4AF1-8577-6B2C37AF8B8C}" type="presOf" srcId="{520E8874-9AF5-4D78-8FA4-1A4A3FF227BD}" destId="{785B5D60-3F6F-42AE-A6D0-E082994CBB3C}" srcOrd="0" destOrd="0" presId="urn:microsoft.com/office/officeart/2005/8/layout/default"/>
    <dgm:cxn modelId="{96FFD74B-3000-4066-8AD6-90D005FFAE10}" type="presParOf" srcId="{A5EA1265-6EE9-4C22-8469-59877322F551}" destId="{FB939484-728E-4CC1-92E6-100BEEAFFC4D}" srcOrd="0" destOrd="0" presId="urn:microsoft.com/office/officeart/2005/8/layout/default"/>
    <dgm:cxn modelId="{FBF0EA6C-09A1-4C49-8B7C-B71427F4107F}" type="presParOf" srcId="{A5EA1265-6EE9-4C22-8469-59877322F551}" destId="{F48F06BD-70DB-4C59-A17F-2F2E903C8061}" srcOrd="1" destOrd="0" presId="urn:microsoft.com/office/officeart/2005/8/layout/default"/>
    <dgm:cxn modelId="{0472EDB8-BB9F-4B30-8683-E5C15E36875E}" type="presParOf" srcId="{A5EA1265-6EE9-4C22-8469-59877322F551}" destId="{07D7793B-3AD3-481F-BA4D-C85E5BA4052E}" srcOrd="2" destOrd="0" presId="urn:microsoft.com/office/officeart/2005/8/layout/default"/>
    <dgm:cxn modelId="{D1050047-7D88-4827-B5CA-DB13B72C2EAC}" type="presParOf" srcId="{A5EA1265-6EE9-4C22-8469-59877322F551}" destId="{8581FB57-35F5-4D29-823C-150B7597EB9A}" srcOrd="3" destOrd="0" presId="urn:microsoft.com/office/officeart/2005/8/layout/default"/>
    <dgm:cxn modelId="{31FD2AD2-8095-4079-AEA0-0CE3300F1330}" type="presParOf" srcId="{A5EA1265-6EE9-4C22-8469-59877322F551}" destId="{D07B7E3D-60E9-4ED7-B556-699F9ED9DBDB}" srcOrd="4" destOrd="0" presId="urn:microsoft.com/office/officeart/2005/8/layout/default"/>
    <dgm:cxn modelId="{21C51744-6D20-42B2-85EA-7A27CAF4603C}" type="presParOf" srcId="{A5EA1265-6EE9-4C22-8469-59877322F551}" destId="{46C9A57C-392A-4028-A833-BF7AB939E71A}" srcOrd="5" destOrd="0" presId="urn:microsoft.com/office/officeart/2005/8/layout/default"/>
    <dgm:cxn modelId="{03A23A53-3988-425A-B28C-242EC4F4CD28}" type="presParOf" srcId="{A5EA1265-6EE9-4C22-8469-59877322F551}" destId="{E2F0265D-EE1D-4A1D-8AF4-1917A62B4219}" srcOrd="6" destOrd="0" presId="urn:microsoft.com/office/officeart/2005/8/layout/default"/>
    <dgm:cxn modelId="{D220FA8E-39E0-410C-B236-F19B65E5310B}" type="presParOf" srcId="{A5EA1265-6EE9-4C22-8469-59877322F551}" destId="{D7B96E4D-D9A9-40EA-8A6E-8FB8D53E1431}" srcOrd="7" destOrd="0" presId="urn:microsoft.com/office/officeart/2005/8/layout/default"/>
    <dgm:cxn modelId="{B9F958D1-B1C7-40A8-8C54-34FDAD208361}" type="presParOf" srcId="{A5EA1265-6EE9-4C22-8469-59877322F551}" destId="{A538DAD6-E882-4D51-A3BF-1544927B84E5}" srcOrd="8" destOrd="0" presId="urn:microsoft.com/office/officeart/2005/8/layout/default"/>
    <dgm:cxn modelId="{7ABBA75F-CCA1-4D8D-B03E-08230956FBF2}" type="presParOf" srcId="{A5EA1265-6EE9-4C22-8469-59877322F551}" destId="{1E547576-EF1C-4ABD-BC8F-04119C0FC780}" srcOrd="9" destOrd="0" presId="urn:microsoft.com/office/officeart/2005/8/layout/default"/>
    <dgm:cxn modelId="{03DB30AA-34A7-4566-BD7D-0A8E4C874706}" type="presParOf" srcId="{A5EA1265-6EE9-4C22-8469-59877322F551}" destId="{B6DAD212-EC13-4FB2-8E89-0967F3DFCB3B}" srcOrd="10" destOrd="0" presId="urn:microsoft.com/office/officeart/2005/8/layout/default"/>
    <dgm:cxn modelId="{49886272-3968-4666-8878-BB13E194B056}" type="presParOf" srcId="{A5EA1265-6EE9-4C22-8469-59877322F551}" destId="{99C0DF9D-026B-4FC9-A82D-1D3371CCEDEA}" srcOrd="11" destOrd="0" presId="urn:microsoft.com/office/officeart/2005/8/layout/default"/>
    <dgm:cxn modelId="{DE9EA81D-8151-48A6-8D94-69787C90D84C}" type="presParOf" srcId="{A5EA1265-6EE9-4C22-8469-59877322F551}" destId="{0D71DDFC-6C9A-458A-8FDB-E67397CC7301}" srcOrd="12" destOrd="0" presId="urn:microsoft.com/office/officeart/2005/8/layout/default"/>
    <dgm:cxn modelId="{53656385-BF40-4DD7-85B7-A38A63065433}" type="presParOf" srcId="{A5EA1265-6EE9-4C22-8469-59877322F551}" destId="{354CF922-0912-4E76-AAAF-F3E91D78EE59}" srcOrd="13" destOrd="0" presId="urn:microsoft.com/office/officeart/2005/8/layout/default"/>
    <dgm:cxn modelId="{B4CF27CB-7323-48F4-8E05-678AFFF3715A}" type="presParOf" srcId="{A5EA1265-6EE9-4C22-8469-59877322F551}" destId="{91BD16A4-77D0-4C91-8A50-AAF40C50AE71}" srcOrd="14" destOrd="0" presId="urn:microsoft.com/office/officeart/2005/8/layout/default"/>
    <dgm:cxn modelId="{59C5B46D-3402-4002-8124-1507375A6547}" type="presParOf" srcId="{A5EA1265-6EE9-4C22-8469-59877322F551}" destId="{1B43B40E-C2BF-48E5-BF3D-4332AC6220C2}" srcOrd="15" destOrd="0" presId="urn:microsoft.com/office/officeart/2005/8/layout/default"/>
    <dgm:cxn modelId="{E1B0CBEC-BCBA-44F7-AB38-08CB1246E06A}" type="presParOf" srcId="{A5EA1265-6EE9-4C22-8469-59877322F551}" destId="{02901264-926A-4289-8DDF-A8ADF56378C1}" srcOrd="16" destOrd="0" presId="urn:microsoft.com/office/officeart/2005/8/layout/default"/>
    <dgm:cxn modelId="{76827C96-D8DD-47A2-B742-9AE4D7CBD605}" type="presParOf" srcId="{A5EA1265-6EE9-4C22-8469-59877322F551}" destId="{EECDAE1D-2F1B-460F-81AC-96D58D4027E6}" srcOrd="17" destOrd="0" presId="urn:microsoft.com/office/officeart/2005/8/layout/default"/>
    <dgm:cxn modelId="{1B974ACF-5C53-4830-AFD0-55ECA3D11CDB}" type="presParOf" srcId="{A5EA1265-6EE9-4C22-8469-59877322F551}" destId="{785B5D60-3F6F-42AE-A6D0-E082994CBB3C}" srcOrd="18" destOrd="0" presId="urn:microsoft.com/office/officeart/2005/8/layout/default"/>
    <dgm:cxn modelId="{D55515A4-BE73-4C39-AF65-CB4B4D05A0BD}" type="presParOf" srcId="{A5EA1265-6EE9-4C22-8469-59877322F551}" destId="{94AE639B-DDD0-40BE-8455-F98286F62320}" srcOrd="19" destOrd="0" presId="urn:microsoft.com/office/officeart/2005/8/layout/default"/>
    <dgm:cxn modelId="{E39189F0-C6A9-479B-96B7-9359C7E76572}" type="presParOf" srcId="{A5EA1265-6EE9-4C22-8469-59877322F551}" destId="{B124CFEE-7C3F-41B8-86F0-2A1692D6B9B0}" srcOrd="2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FB68A274-0E83-480E-89B3-E433E7F5AE49}" type="doc">
      <dgm:prSet loTypeId="urn:microsoft.com/office/officeart/2018/2/layout/IconLabelDescriptionList" loCatId="icon" qsTypeId="urn:microsoft.com/office/officeart/2005/8/quickstyle/simple1" qsCatId="simple" csTypeId="urn:microsoft.com/office/officeart/2005/8/colors/accent1_2" csCatId="accent1" phldr="1"/>
      <dgm:spPr/>
      <dgm:t>
        <a:bodyPr/>
        <a:lstStyle/>
        <a:p>
          <a:endParaRPr lang="en-US"/>
        </a:p>
      </dgm:t>
    </dgm:pt>
    <dgm:pt modelId="{A3A533DE-2C12-4491-9B8E-C4FADD67F28F}">
      <dgm:prSet/>
      <dgm:spPr/>
      <dgm:t>
        <a:bodyPr/>
        <a:lstStyle/>
        <a:p>
          <a:pPr>
            <a:lnSpc>
              <a:spcPct val="100000"/>
            </a:lnSpc>
            <a:defRPr b="1"/>
          </a:pPr>
          <a:r>
            <a:rPr lang="pl-PL" b="1" dirty="0" err="1"/>
            <a:t>CameraReader</a:t>
          </a:r>
          <a:r>
            <a:rPr lang="pl-PL" dirty="0"/>
            <a:t> (Wątek pomocniczy z </a:t>
          </a:r>
          <a:r>
            <a:rPr lang="pl-PL" dirty="0" err="1"/>
            <a:t>OpenCV</a:t>
          </a:r>
          <a:r>
            <a:rPr lang="pl-PL" dirty="0"/>
            <a:t>) :</a:t>
          </a:r>
          <a:endParaRPr lang="en-US" dirty="0"/>
        </a:p>
      </dgm:t>
    </dgm:pt>
    <dgm:pt modelId="{24BB9507-1E1C-4936-9E00-CD137D2B55B1}" type="parTrans" cxnId="{56DD91E1-314B-453D-AD09-044A29B4A86C}">
      <dgm:prSet/>
      <dgm:spPr/>
      <dgm:t>
        <a:bodyPr/>
        <a:lstStyle/>
        <a:p>
          <a:endParaRPr lang="en-US"/>
        </a:p>
      </dgm:t>
    </dgm:pt>
    <dgm:pt modelId="{A3622BEA-692C-422A-96DA-5D96C40CCF80}" type="sibTrans" cxnId="{56DD91E1-314B-453D-AD09-044A29B4A86C}">
      <dgm:prSet/>
      <dgm:spPr/>
      <dgm:t>
        <a:bodyPr/>
        <a:lstStyle/>
        <a:p>
          <a:endParaRPr lang="en-US"/>
        </a:p>
      </dgm:t>
    </dgm:pt>
    <dgm:pt modelId="{7D0324C0-0D09-4AC2-8E61-C4A3BB77E041}">
      <dgm:prSet/>
      <dgm:spPr/>
      <dgm:t>
        <a:bodyPr/>
        <a:lstStyle/>
        <a:p>
          <a:pPr>
            <a:lnSpc>
              <a:spcPct val="100000"/>
            </a:lnSpc>
          </a:pPr>
          <a:r>
            <a:rPr lang="pl-PL"/>
            <a:t>__init__(): Tworzy nową instancję, ustawia referencję dla obiektu kamery (cap) z OpenCV.</a:t>
          </a:r>
          <a:endParaRPr lang="en-US"/>
        </a:p>
      </dgm:t>
    </dgm:pt>
    <dgm:pt modelId="{E0530848-5EF9-4AEB-9B05-4AE74A3E4F5A}" type="parTrans" cxnId="{BA0E62F7-C936-4D60-8490-2B49C85E5406}">
      <dgm:prSet/>
      <dgm:spPr/>
      <dgm:t>
        <a:bodyPr/>
        <a:lstStyle/>
        <a:p>
          <a:endParaRPr lang="en-US"/>
        </a:p>
      </dgm:t>
    </dgm:pt>
    <dgm:pt modelId="{F179ACA3-8462-4CA9-A4AC-674DEAC3D4AD}" type="sibTrans" cxnId="{BA0E62F7-C936-4D60-8490-2B49C85E5406}">
      <dgm:prSet/>
      <dgm:spPr/>
      <dgm:t>
        <a:bodyPr/>
        <a:lstStyle/>
        <a:p>
          <a:endParaRPr lang="en-US"/>
        </a:p>
      </dgm:t>
    </dgm:pt>
    <dgm:pt modelId="{BCA00570-D6D3-4502-9018-CDD45C7DB9AA}">
      <dgm:prSet/>
      <dgm:spPr/>
      <dgm:t>
        <a:bodyPr/>
        <a:lstStyle/>
        <a:p>
          <a:pPr>
            <a:lnSpc>
              <a:spcPct val="100000"/>
            </a:lnSpc>
          </a:pPr>
          <a:r>
            <a:rPr lang="pl-PL"/>
            <a:t>run(): Funkcja w ciągłej pętli sczytująca klatki z bufora i nadpisująca starsze obrazy.</a:t>
          </a:r>
          <a:endParaRPr lang="en-US"/>
        </a:p>
      </dgm:t>
    </dgm:pt>
    <dgm:pt modelId="{A4E972F6-34D9-4B85-96A3-76C8D8866BA8}" type="parTrans" cxnId="{2553A319-A6FF-4868-ABA3-D4E1C9A0FCF7}">
      <dgm:prSet/>
      <dgm:spPr/>
      <dgm:t>
        <a:bodyPr/>
        <a:lstStyle/>
        <a:p>
          <a:endParaRPr lang="en-US"/>
        </a:p>
      </dgm:t>
    </dgm:pt>
    <dgm:pt modelId="{DFF0E3E1-74BE-4269-BA2A-818DFD30F321}" type="sibTrans" cxnId="{2553A319-A6FF-4868-ABA3-D4E1C9A0FCF7}">
      <dgm:prSet/>
      <dgm:spPr/>
      <dgm:t>
        <a:bodyPr/>
        <a:lstStyle/>
        <a:p>
          <a:endParaRPr lang="en-US"/>
        </a:p>
      </dgm:t>
    </dgm:pt>
    <dgm:pt modelId="{52107AAF-A39C-4025-AA82-AB715AC5CC04}">
      <dgm:prSet/>
      <dgm:spPr/>
      <dgm:t>
        <a:bodyPr/>
        <a:lstStyle/>
        <a:p>
          <a:pPr>
            <a:lnSpc>
              <a:spcPct val="100000"/>
            </a:lnSpc>
          </a:pPr>
          <a:r>
            <a:rPr lang="pl-PL"/>
            <a:t>read): Metoda typu get zwracająca aktualną klatkę (z użyciem blokady threadingu dla bezpieczeństwa asynchronicznego).</a:t>
          </a:r>
          <a:endParaRPr lang="en-US"/>
        </a:p>
      </dgm:t>
    </dgm:pt>
    <dgm:pt modelId="{3DABCE8A-ACF8-4E7C-844A-BCA1973275F1}" type="parTrans" cxnId="{5EDA5817-2009-4120-96BB-35709E12F4C4}">
      <dgm:prSet/>
      <dgm:spPr/>
      <dgm:t>
        <a:bodyPr/>
        <a:lstStyle/>
        <a:p>
          <a:endParaRPr lang="en-US"/>
        </a:p>
      </dgm:t>
    </dgm:pt>
    <dgm:pt modelId="{5EDDC75B-F046-49AF-96A2-E1EC3515F0A1}" type="sibTrans" cxnId="{5EDA5817-2009-4120-96BB-35709E12F4C4}">
      <dgm:prSet/>
      <dgm:spPr/>
      <dgm:t>
        <a:bodyPr/>
        <a:lstStyle/>
        <a:p>
          <a:endParaRPr lang="en-US"/>
        </a:p>
      </dgm:t>
    </dgm:pt>
    <dgm:pt modelId="{030B626C-F907-43C2-BAC7-BFD47D29E387}">
      <dgm:prSet/>
      <dgm:spPr/>
      <dgm:t>
        <a:bodyPr/>
        <a:lstStyle/>
        <a:p>
          <a:pPr>
            <a:lnSpc>
              <a:spcPct val="100000"/>
            </a:lnSpc>
          </a:pPr>
          <a:r>
            <a:rPr lang="pl-PL"/>
            <a:t>stop(): Służy do zmiany pętli run() na fałsz, wyłączając proces czytania.</a:t>
          </a:r>
          <a:endParaRPr lang="en-US"/>
        </a:p>
      </dgm:t>
    </dgm:pt>
    <dgm:pt modelId="{9CD450D3-2A26-4A68-A7B7-88C397619961}" type="parTrans" cxnId="{0E5CC241-2D3E-43F5-ACD5-EDDEE2241574}">
      <dgm:prSet/>
      <dgm:spPr/>
      <dgm:t>
        <a:bodyPr/>
        <a:lstStyle/>
        <a:p>
          <a:endParaRPr lang="en-US"/>
        </a:p>
      </dgm:t>
    </dgm:pt>
    <dgm:pt modelId="{9BA39FC5-3479-42FA-ABF1-604813777D21}" type="sibTrans" cxnId="{0E5CC241-2D3E-43F5-ACD5-EDDEE2241574}">
      <dgm:prSet/>
      <dgm:spPr/>
      <dgm:t>
        <a:bodyPr/>
        <a:lstStyle/>
        <a:p>
          <a:endParaRPr lang="en-US"/>
        </a:p>
      </dgm:t>
    </dgm:pt>
    <dgm:pt modelId="{1F9A7CF5-2507-42E0-A1ED-A6C4EB852570}">
      <dgm:prSet/>
      <dgm:spPr/>
      <dgm:t>
        <a:bodyPr/>
        <a:lstStyle/>
        <a:p>
          <a:pPr>
            <a:lnSpc>
              <a:spcPct val="100000"/>
            </a:lnSpc>
            <a:defRPr b="1"/>
          </a:pPr>
          <a:r>
            <a:rPr lang="pl-PL" b="1" dirty="0" err="1"/>
            <a:t>MowcaBledow</a:t>
          </a:r>
          <a:r>
            <a:rPr lang="pl-PL" dirty="0"/>
            <a:t> (Zarządzanie syntezą głosu) :</a:t>
          </a:r>
          <a:endParaRPr lang="en-US" dirty="0"/>
        </a:p>
      </dgm:t>
    </dgm:pt>
    <dgm:pt modelId="{597CBB50-8619-410A-B89C-DF7B60F9EB22}" type="parTrans" cxnId="{4A4B5AE0-EC44-4D46-A25A-7D728378E2EB}">
      <dgm:prSet/>
      <dgm:spPr/>
      <dgm:t>
        <a:bodyPr/>
        <a:lstStyle/>
        <a:p>
          <a:endParaRPr lang="en-US"/>
        </a:p>
      </dgm:t>
    </dgm:pt>
    <dgm:pt modelId="{147CF57A-0D2A-4F03-B040-F527DB1EE838}" type="sibTrans" cxnId="{4A4B5AE0-EC44-4D46-A25A-7D728378E2EB}">
      <dgm:prSet/>
      <dgm:spPr/>
      <dgm:t>
        <a:bodyPr/>
        <a:lstStyle/>
        <a:p>
          <a:endParaRPr lang="en-US"/>
        </a:p>
      </dgm:t>
    </dgm:pt>
    <dgm:pt modelId="{20062F6C-8888-4300-8161-F78282AE6342}">
      <dgm:prSet/>
      <dgm:spPr/>
      <dgm:t>
        <a:bodyPr/>
        <a:lstStyle/>
        <a:p>
          <a:pPr>
            <a:lnSpc>
              <a:spcPct val="100000"/>
            </a:lnSpc>
          </a:pPr>
          <a:r>
            <a:rPr lang="pl-PL"/>
            <a:t>__init__(): Buduje kolejkę komend i ładuje silnik pyttsx3, ustawiając optymalne prędkości odczytu i starając się wybrać polski język głosowy.</a:t>
          </a:r>
          <a:endParaRPr lang="en-US"/>
        </a:p>
      </dgm:t>
    </dgm:pt>
    <dgm:pt modelId="{4848F886-D3AE-4FFA-946D-C6D5F85989CD}" type="parTrans" cxnId="{4D8664AC-AC6D-436F-B0D3-24A2534EA1AD}">
      <dgm:prSet/>
      <dgm:spPr/>
      <dgm:t>
        <a:bodyPr/>
        <a:lstStyle/>
        <a:p>
          <a:endParaRPr lang="en-US"/>
        </a:p>
      </dgm:t>
    </dgm:pt>
    <dgm:pt modelId="{D5D1C672-ED0F-4256-8D28-6EFEB8FEBCA4}" type="sibTrans" cxnId="{4D8664AC-AC6D-436F-B0D3-24A2534EA1AD}">
      <dgm:prSet/>
      <dgm:spPr/>
      <dgm:t>
        <a:bodyPr/>
        <a:lstStyle/>
        <a:p>
          <a:endParaRPr lang="en-US"/>
        </a:p>
      </dgm:t>
    </dgm:pt>
    <dgm:pt modelId="{66ECCB84-A690-4D13-A8C3-4078F8D447DD}">
      <dgm:prSet/>
      <dgm:spPr/>
      <dgm:t>
        <a:bodyPr/>
        <a:lstStyle/>
        <a:p>
          <a:pPr>
            <a:lnSpc>
              <a:spcPct val="100000"/>
            </a:lnSpc>
          </a:pPr>
          <a:r>
            <a:rPr lang="pl-PL" dirty="0"/>
            <a:t>run(): Nieskończona pętla wewnątrz wątku odbierająca zdefiniowane słowa do wypowiedzenia i odpalająca czytający silnik syntezy (np. w przypadku wywołania błędów, mówi: "Wyprostuj biodra!").</a:t>
          </a:r>
          <a:endParaRPr lang="en-US" dirty="0"/>
        </a:p>
      </dgm:t>
    </dgm:pt>
    <dgm:pt modelId="{38A6B1D5-EBF9-45F3-B45E-6291A3BBD50C}" type="parTrans" cxnId="{BBEE23BA-C198-4681-B2EE-52FB84BBF56C}">
      <dgm:prSet/>
      <dgm:spPr/>
      <dgm:t>
        <a:bodyPr/>
        <a:lstStyle/>
        <a:p>
          <a:endParaRPr lang="en-US"/>
        </a:p>
      </dgm:t>
    </dgm:pt>
    <dgm:pt modelId="{F3EBBE23-F8C4-4614-A767-1ADECE818B58}" type="sibTrans" cxnId="{BBEE23BA-C198-4681-B2EE-52FB84BBF56C}">
      <dgm:prSet/>
      <dgm:spPr/>
      <dgm:t>
        <a:bodyPr/>
        <a:lstStyle/>
        <a:p>
          <a:endParaRPr lang="en-US"/>
        </a:p>
      </dgm:t>
    </dgm:pt>
    <dgm:pt modelId="{EE963CF3-4687-40A6-9248-85FEEA38B84E}">
      <dgm:prSet/>
      <dgm:spPr/>
      <dgm:t>
        <a:bodyPr/>
        <a:lstStyle/>
        <a:p>
          <a:pPr>
            <a:lnSpc>
              <a:spcPct val="100000"/>
            </a:lnSpc>
          </a:pPr>
          <a:r>
            <a:rPr lang="pl-PL"/>
            <a:t>zglos_bledy(): Logika określająca, które błędy podane z wejścia zignorować, by zapobiec nagromadzeniu tych samych dźwięków z każdej klatki (narzucając zdefiniowane ograniczenie czasowe dla danego komunikatu).</a:t>
          </a:r>
          <a:endParaRPr lang="en-US"/>
        </a:p>
      </dgm:t>
    </dgm:pt>
    <dgm:pt modelId="{B6F39956-9E07-429D-BCF5-B28C2E5D475E}" type="parTrans" cxnId="{715E391C-F417-466D-9FCB-578F57B52100}">
      <dgm:prSet/>
      <dgm:spPr/>
      <dgm:t>
        <a:bodyPr/>
        <a:lstStyle/>
        <a:p>
          <a:endParaRPr lang="en-US"/>
        </a:p>
      </dgm:t>
    </dgm:pt>
    <dgm:pt modelId="{6DDE9862-69CC-4DFA-B886-9ABD22DE1E51}" type="sibTrans" cxnId="{715E391C-F417-466D-9FCB-578F57B52100}">
      <dgm:prSet/>
      <dgm:spPr/>
      <dgm:t>
        <a:bodyPr/>
        <a:lstStyle/>
        <a:p>
          <a:endParaRPr lang="en-US"/>
        </a:p>
      </dgm:t>
    </dgm:pt>
    <dgm:pt modelId="{A2C81150-041A-4379-9BF3-493649907983}">
      <dgm:prSet/>
      <dgm:spPr/>
      <dgm:t>
        <a:bodyPr/>
        <a:lstStyle/>
        <a:p>
          <a:pPr>
            <a:lnSpc>
              <a:spcPct val="100000"/>
            </a:lnSpc>
          </a:pPr>
          <a:r>
            <a:rPr lang="pl-PL"/>
            <a:t>stop(): Przerywa i zamyka odczyt mowy.</a:t>
          </a:r>
          <a:endParaRPr lang="en-US"/>
        </a:p>
      </dgm:t>
    </dgm:pt>
    <dgm:pt modelId="{CE2112DF-AEE4-4901-8F3F-3654D8E86E2F}" type="parTrans" cxnId="{67F82085-2FDC-453D-A3E5-23A283F31748}">
      <dgm:prSet/>
      <dgm:spPr/>
      <dgm:t>
        <a:bodyPr/>
        <a:lstStyle/>
        <a:p>
          <a:endParaRPr lang="en-US"/>
        </a:p>
      </dgm:t>
    </dgm:pt>
    <dgm:pt modelId="{80592D69-3B34-4AC1-9DC5-4E0CD88CE112}" type="sibTrans" cxnId="{67F82085-2FDC-453D-A3E5-23A283F31748}">
      <dgm:prSet/>
      <dgm:spPr/>
      <dgm:t>
        <a:bodyPr/>
        <a:lstStyle/>
        <a:p>
          <a:endParaRPr lang="en-US"/>
        </a:p>
      </dgm:t>
    </dgm:pt>
    <dgm:pt modelId="{CABFE612-7417-4E76-A2B9-73EA32AD45D9}">
      <dgm:prSet/>
      <dgm:spPr/>
      <dgm:t>
        <a:bodyPr/>
        <a:lstStyle/>
        <a:p>
          <a:pPr>
            <a:lnSpc>
              <a:spcPct val="100000"/>
            </a:lnSpc>
            <a:defRPr b="1"/>
          </a:pPr>
          <a:r>
            <a:rPr lang="pl-PL" b="1"/>
            <a:t>SluchaczKomend</a:t>
          </a:r>
          <a:r>
            <a:rPr lang="pl-PL"/>
            <a:t> (Rozpoznawanie mowy) :</a:t>
          </a:r>
          <a:endParaRPr lang="en-US"/>
        </a:p>
      </dgm:t>
    </dgm:pt>
    <dgm:pt modelId="{EAA70DA8-4F8B-4959-9FF4-7F8C3845555F}" type="parTrans" cxnId="{8B475FB8-3F50-4F97-B383-B00F656FF5A2}">
      <dgm:prSet/>
      <dgm:spPr/>
      <dgm:t>
        <a:bodyPr/>
        <a:lstStyle/>
        <a:p>
          <a:endParaRPr lang="en-US"/>
        </a:p>
      </dgm:t>
    </dgm:pt>
    <dgm:pt modelId="{478FEE95-072F-43B7-8307-48005C169363}" type="sibTrans" cxnId="{8B475FB8-3F50-4F97-B383-B00F656FF5A2}">
      <dgm:prSet/>
      <dgm:spPr/>
      <dgm:t>
        <a:bodyPr/>
        <a:lstStyle/>
        <a:p>
          <a:endParaRPr lang="en-US"/>
        </a:p>
      </dgm:t>
    </dgm:pt>
    <dgm:pt modelId="{20063141-E036-4BD4-A427-11EEC8885E56}">
      <dgm:prSet/>
      <dgm:spPr/>
      <dgm:t>
        <a:bodyPr/>
        <a:lstStyle/>
        <a:p>
          <a:pPr>
            <a:lnSpc>
              <a:spcPct val="100000"/>
            </a:lnSpc>
          </a:pPr>
          <a:r>
            <a:rPr lang="pl-PL" dirty="0"/>
            <a:t>__</a:t>
          </a:r>
          <a:r>
            <a:rPr lang="pl-PL" dirty="0" err="1"/>
            <a:t>init</a:t>
          </a:r>
          <a:r>
            <a:rPr lang="pl-PL" dirty="0"/>
            <a:t>__(): Inicjalizuje element nasłuchu z odpowiednim językiem i przypina tzw. Event() z modułu wątków – używany do wyzwalacza globalnego sygnału "zamknij".</a:t>
          </a:r>
          <a:endParaRPr lang="en-US" dirty="0"/>
        </a:p>
      </dgm:t>
    </dgm:pt>
    <dgm:pt modelId="{8B537703-6BC4-45F6-AF9B-2859744FFB4F}" type="parTrans" cxnId="{CE42D726-DF0E-4281-9AB4-369F1E26A8AC}">
      <dgm:prSet/>
      <dgm:spPr/>
      <dgm:t>
        <a:bodyPr/>
        <a:lstStyle/>
        <a:p>
          <a:endParaRPr lang="en-US"/>
        </a:p>
      </dgm:t>
    </dgm:pt>
    <dgm:pt modelId="{6607E1EF-E5CD-4CBA-AB8A-00D2E2601BCC}" type="sibTrans" cxnId="{CE42D726-DF0E-4281-9AB4-369F1E26A8AC}">
      <dgm:prSet/>
      <dgm:spPr/>
      <dgm:t>
        <a:bodyPr/>
        <a:lstStyle/>
        <a:p>
          <a:endParaRPr lang="en-US"/>
        </a:p>
      </dgm:t>
    </dgm:pt>
    <dgm:pt modelId="{B6D0CC39-E699-4903-A332-0AA905AFF566}">
      <dgm:prSet/>
      <dgm:spPr/>
      <dgm:t>
        <a:bodyPr/>
        <a:lstStyle/>
        <a:p>
          <a:pPr>
            <a:lnSpc>
              <a:spcPct val="100000"/>
            </a:lnSpc>
          </a:pPr>
          <a:r>
            <a:rPr lang="pl-PL" dirty="0"/>
            <a:t>run(): Oczekuje na frazy od użytkownika przechwytywane przez mikrofon i za pomocą silnika rozpoznawania w sieci bada powiązanie ze spisem zdefiniowanych zamykających fraz (SLOWA_STOP). Gdy wykryje odpowiednią komendę, przełącza stan programu na zakończony.</a:t>
          </a:r>
          <a:endParaRPr lang="en-US" dirty="0"/>
        </a:p>
      </dgm:t>
    </dgm:pt>
    <dgm:pt modelId="{85F8212A-0AE3-49A6-9683-7160C3C07C92}" type="parTrans" cxnId="{A328E239-10D6-43A2-969D-5A1A5AFD0E81}">
      <dgm:prSet/>
      <dgm:spPr/>
      <dgm:t>
        <a:bodyPr/>
        <a:lstStyle/>
        <a:p>
          <a:endParaRPr lang="en-US"/>
        </a:p>
      </dgm:t>
    </dgm:pt>
    <dgm:pt modelId="{CCAEBF0E-4F74-4396-A329-4F54B5AA451E}" type="sibTrans" cxnId="{A328E239-10D6-43A2-969D-5A1A5AFD0E81}">
      <dgm:prSet/>
      <dgm:spPr/>
      <dgm:t>
        <a:bodyPr/>
        <a:lstStyle/>
        <a:p>
          <a:endParaRPr lang="en-US"/>
        </a:p>
      </dgm:t>
    </dgm:pt>
    <dgm:pt modelId="{E1E2AFA6-29D5-4475-B6D1-7A0748209C90}">
      <dgm:prSet/>
      <dgm:spPr/>
      <dgm:t>
        <a:bodyPr/>
        <a:lstStyle/>
        <a:p>
          <a:pPr>
            <a:lnSpc>
              <a:spcPct val="100000"/>
            </a:lnSpc>
          </a:pPr>
          <a:r>
            <a:rPr lang="pl-PL" dirty="0"/>
            <a:t>stop(): Zabija wątek słuchacza.</a:t>
          </a:r>
          <a:endParaRPr lang="en-US" dirty="0"/>
        </a:p>
      </dgm:t>
    </dgm:pt>
    <dgm:pt modelId="{E02E3283-8590-4676-8844-CE31E0FD9632}" type="parTrans" cxnId="{1B43E40A-1E2E-4B62-8C59-901F760773BB}">
      <dgm:prSet/>
      <dgm:spPr/>
      <dgm:t>
        <a:bodyPr/>
        <a:lstStyle/>
        <a:p>
          <a:endParaRPr lang="en-US"/>
        </a:p>
      </dgm:t>
    </dgm:pt>
    <dgm:pt modelId="{D7378851-E098-4B23-BC90-1F4E1F60DD02}" type="sibTrans" cxnId="{1B43E40A-1E2E-4B62-8C59-901F760773BB}">
      <dgm:prSet/>
      <dgm:spPr/>
      <dgm:t>
        <a:bodyPr/>
        <a:lstStyle/>
        <a:p>
          <a:endParaRPr lang="en-US"/>
        </a:p>
      </dgm:t>
    </dgm:pt>
    <dgm:pt modelId="{DBF6690A-5CEA-44DD-9AF2-8439F0D447B1}" type="pres">
      <dgm:prSet presAssocID="{FB68A274-0E83-480E-89B3-E433E7F5AE49}" presName="root" presStyleCnt="0">
        <dgm:presLayoutVars>
          <dgm:dir/>
          <dgm:resizeHandles val="exact"/>
        </dgm:presLayoutVars>
      </dgm:prSet>
      <dgm:spPr/>
    </dgm:pt>
    <dgm:pt modelId="{39C0ADC0-A180-4025-B50D-8ACEC081193E}" type="pres">
      <dgm:prSet presAssocID="{A3A533DE-2C12-4491-9B8E-C4FADD67F28F}" presName="compNode" presStyleCnt="0"/>
      <dgm:spPr/>
    </dgm:pt>
    <dgm:pt modelId="{3AD51D45-90F0-4547-B157-9BB73C979B51}" type="pres">
      <dgm:prSet presAssocID="{A3A533DE-2C12-4491-9B8E-C4FADD67F28F}"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Schemat blokowy"/>
        </a:ext>
      </dgm:extLst>
    </dgm:pt>
    <dgm:pt modelId="{12C138A7-A6BF-4EF3-AB51-57C5497AC61A}" type="pres">
      <dgm:prSet presAssocID="{A3A533DE-2C12-4491-9B8E-C4FADD67F28F}" presName="iconSpace" presStyleCnt="0"/>
      <dgm:spPr/>
    </dgm:pt>
    <dgm:pt modelId="{1FC8126F-4390-4CB8-8FD9-9B8475393FE3}" type="pres">
      <dgm:prSet presAssocID="{A3A533DE-2C12-4491-9B8E-C4FADD67F28F}" presName="parTx" presStyleLbl="revTx" presStyleIdx="0" presStyleCnt="6">
        <dgm:presLayoutVars>
          <dgm:chMax val="0"/>
          <dgm:chPref val="0"/>
        </dgm:presLayoutVars>
      </dgm:prSet>
      <dgm:spPr/>
    </dgm:pt>
    <dgm:pt modelId="{D6D0EEE0-D775-48E7-94C0-6C3620C4D68A}" type="pres">
      <dgm:prSet presAssocID="{A3A533DE-2C12-4491-9B8E-C4FADD67F28F}" presName="txSpace" presStyleCnt="0"/>
      <dgm:spPr/>
    </dgm:pt>
    <dgm:pt modelId="{76861DD8-B915-49F9-8E5B-698454C3744C}" type="pres">
      <dgm:prSet presAssocID="{A3A533DE-2C12-4491-9B8E-C4FADD67F28F}" presName="desTx" presStyleLbl="revTx" presStyleIdx="1" presStyleCnt="6">
        <dgm:presLayoutVars/>
      </dgm:prSet>
      <dgm:spPr/>
    </dgm:pt>
    <dgm:pt modelId="{B5C3F061-A531-4C73-9841-2171BC5F39DC}" type="pres">
      <dgm:prSet presAssocID="{A3622BEA-692C-422A-96DA-5D96C40CCF80}" presName="sibTrans" presStyleCnt="0"/>
      <dgm:spPr/>
    </dgm:pt>
    <dgm:pt modelId="{FDD8E60B-4B2E-48F1-B632-CD0C534BDC0F}" type="pres">
      <dgm:prSet presAssocID="{1F9A7CF5-2507-42E0-A1ED-A6C4EB852570}" presName="compNode" presStyleCnt="0"/>
      <dgm:spPr/>
    </dgm:pt>
    <dgm:pt modelId="{AAC8FA5D-E583-4E2F-A122-58604EC95603}" type="pres">
      <dgm:prSet presAssocID="{1F9A7CF5-2507-42E0-A1ED-A6C4EB852570}"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zat"/>
        </a:ext>
      </dgm:extLst>
    </dgm:pt>
    <dgm:pt modelId="{C8DEE691-2886-4976-AD6C-5160C68D9057}" type="pres">
      <dgm:prSet presAssocID="{1F9A7CF5-2507-42E0-A1ED-A6C4EB852570}" presName="iconSpace" presStyleCnt="0"/>
      <dgm:spPr/>
    </dgm:pt>
    <dgm:pt modelId="{090A88DF-8A45-4693-9060-AC3E43A09056}" type="pres">
      <dgm:prSet presAssocID="{1F9A7CF5-2507-42E0-A1ED-A6C4EB852570}" presName="parTx" presStyleLbl="revTx" presStyleIdx="2" presStyleCnt="6">
        <dgm:presLayoutVars>
          <dgm:chMax val="0"/>
          <dgm:chPref val="0"/>
        </dgm:presLayoutVars>
      </dgm:prSet>
      <dgm:spPr/>
    </dgm:pt>
    <dgm:pt modelId="{5B2199F0-E914-4945-81FF-4CD83BF3B65E}" type="pres">
      <dgm:prSet presAssocID="{1F9A7CF5-2507-42E0-A1ED-A6C4EB852570}" presName="txSpace" presStyleCnt="0"/>
      <dgm:spPr/>
    </dgm:pt>
    <dgm:pt modelId="{E65E8190-563B-4CF3-B6A4-9DE2C454EB86}" type="pres">
      <dgm:prSet presAssocID="{1F9A7CF5-2507-42E0-A1ED-A6C4EB852570}" presName="desTx" presStyleLbl="revTx" presStyleIdx="3" presStyleCnt="6">
        <dgm:presLayoutVars/>
      </dgm:prSet>
      <dgm:spPr/>
    </dgm:pt>
    <dgm:pt modelId="{E56FAE23-63C8-4C34-B2A3-1117DC9DD0CA}" type="pres">
      <dgm:prSet presAssocID="{147CF57A-0D2A-4F03-B040-F527DB1EE838}" presName="sibTrans" presStyleCnt="0"/>
      <dgm:spPr/>
    </dgm:pt>
    <dgm:pt modelId="{772A8BFB-90CC-4E38-9FD6-478B908A3725}" type="pres">
      <dgm:prSet presAssocID="{CABFE612-7417-4E76-A2B9-73EA32AD45D9}" presName="compNode" presStyleCnt="0"/>
      <dgm:spPr/>
    </dgm:pt>
    <dgm:pt modelId="{AB22DC67-0C3A-4D96-9893-E60CC5487A3C}" type="pres">
      <dgm:prSet presAssocID="{CABFE612-7417-4E76-A2B9-73EA32AD45D9}"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Rozłączony"/>
        </a:ext>
      </dgm:extLst>
    </dgm:pt>
    <dgm:pt modelId="{EB4DCD5B-71D8-4E0D-94FF-8D7342F88A3B}" type="pres">
      <dgm:prSet presAssocID="{CABFE612-7417-4E76-A2B9-73EA32AD45D9}" presName="iconSpace" presStyleCnt="0"/>
      <dgm:spPr/>
    </dgm:pt>
    <dgm:pt modelId="{F6979AF2-C0C8-4CC4-8346-E17B8790AB2B}" type="pres">
      <dgm:prSet presAssocID="{CABFE612-7417-4E76-A2B9-73EA32AD45D9}" presName="parTx" presStyleLbl="revTx" presStyleIdx="4" presStyleCnt="6">
        <dgm:presLayoutVars>
          <dgm:chMax val="0"/>
          <dgm:chPref val="0"/>
        </dgm:presLayoutVars>
      </dgm:prSet>
      <dgm:spPr/>
    </dgm:pt>
    <dgm:pt modelId="{DB080ED5-3739-48BA-B2DA-192A81A9F4F5}" type="pres">
      <dgm:prSet presAssocID="{CABFE612-7417-4E76-A2B9-73EA32AD45D9}" presName="txSpace" presStyleCnt="0"/>
      <dgm:spPr/>
    </dgm:pt>
    <dgm:pt modelId="{8EF222B0-8D2E-43A1-94DF-E72EBBA399AD}" type="pres">
      <dgm:prSet presAssocID="{CABFE612-7417-4E76-A2B9-73EA32AD45D9}" presName="desTx" presStyleLbl="revTx" presStyleIdx="5" presStyleCnt="6">
        <dgm:presLayoutVars/>
      </dgm:prSet>
      <dgm:spPr/>
    </dgm:pt>
  </dgm:ptLst>
  <dgm:cxnLst>
    <dgm:cxn modelId="{1B43E40A-1E2E-4B62-8C59-901F760773BB}" srcId="{CABFE612-7417-4E76-A2B9-73EA32AD45D9}" destId="{E1E2AFA6-29D5-4475-B6D1-7A0748209C90}" srcOrd="2" destOrd="0" parTransId="{E02E3283-8590-4676-8844-CE31E0FD9632}" sibTransId="{D7378851-E098-4B23-BC90-1F4E1F60DD02}"/>
    <dgm:cxn modelId="{5EDA5817-2009-4120-96BB-35709E12F4C4}" srcId="{A3A533DE-2C12-4491-9B8E-C4FADD67F28F}" destId="{52107AAF-A39C-4025-AA82-AB715AC5CC04}" srcOrd="2" destOrd="0" parTransId="{3DABCE8A-ACF8-4E7C-844A-BCA1973275F1}" sibTransId="{5EDDC75B-F046-49AF-96A2-E1EC3515F0A1}"/>
    <dgm:cxn modelId="{2553A319-A6FF-4868-ABA3-D4E1C9A0FCF7}" srcId="{A3A533DE-2C12-4491-9B8E-C4FADD67F28F}" destId="{BCA00570-D6D3-4502-9018-CDD45C7DB9AA}" srcOrd="1" destOrd="0" parTransId="{A4E972F6-34D9-4B85-96A3-76C8D8866BA8}" sibTransId="{DFF0E3E1-74BE-4269-BA2A-818DFD30F321}"/>
    <dgm:cxn modelId="{715E391C-F417-466D-9FCB-578F57B52100}" srcId="{1F9A7CF5-2507-42E0-A1ED-A6C4EB852570}" destId="{EE963CF3-4687-40A6-9248-85FEEA38B84E}" srcOrd="2" destOrd="0" parTransId="{B6F39956-9E07-429D-BCF5-B28C2E5D475E}" sibTransId="{6DDE9862-69CC-4DFA-B886-9ABD22DE1E51}"/>
    <dgm:cxn modelId="{CE42D726-DF0E-4281-9AB4-369F1E26A8AC}" srcId="{CABFE612-7417-4E76-A2B9-73EA32AD45D9}" destId="{20063141-E036-4BD4-A427-11EEC8885E56}" srcOrd="0" destOrd="0" parTransId="{8B537703-6BC4-45F6-AF9B-2859744FFB4F}" sibTransId="{6607E1EF-E5CD-4CBA-AB8A-00D2E2601BCC}"/>
    <dgm:cxn modelId="{AC46E32A-8A6D-45B6-86FE-8462C738A408}" type="presOf" srcId="{FB68A274-0E83-480E-89B3-E433E7F5AE49}" destId="{DBF6690A-5CEA-44DD-9AF2-8439F0D447B1}" srcOrd="0" destOrd="0" presId="urn:microsoft.com/office/officeart/2018/2/layout/IconLabelDescriptionList"/>
    <dgm:cxn modelId="{A328E239-10D6-43A2-969D-5A1A5AFD0E81}" srcId="{CABFE612-7417-4E76-A2B9-73EA32AD45D9}" destId="{B6D0CC39-E699-4903-A332-0AA905AFF566}" srcOrd="1" destOrd="0" parTransId="{85F8212A-0AE3-49A6-9683-7160C3C07C92}" sibTransId="{CCAEBF0E-4F74-4396-A329-4F54B5AA451E}"/>
    <dgm:cxn modelId="{0E5CC241-2D3E-43F5-ACD5-EDDEE2241574}" srcId="{A3A533DE-2C12-4491-9B8E-C4FADD67F28F}" destId="{030B626C-F907-43C2-BAC7-BFD47D29E387}" srcOrd="3" destOrd="0" parTransId="{9CD450D3-2A26-4A68-A7B7-88C397619961}" sibTransId="{9BA39FC5-3479-42FA-ABF1-604813777D21}"/>
    <dgm:cxn modelId="{3F226942-696E-43BB-BC31-79D550A7AF72}" type="presOf" srcId="{20062F6C-8888-4300-8161-F78282AE6342}" destId="{E65E8190-563B-4CF3-B6A4-9DE2C454EB86}" srcOrd="0" destOrd="0" presId="urn:microsoft.com/office/officeart/2018/2/layout/IconLabelDescriptionList"/>
    <dgm:cxn modelId="{D064FB50-5BFC-40C9-99F4-D1F35685181B}" type="presOf" srcId="{52107AAF-A39C-4025-AA82-AB715AC5CC04}" destId="{76861DD8-B915-49F9-8E5B-698454C3744C}" srcOrd="0" destOrd="2" presId="urn:microsoft.com/office/officeart/2018/2/layout/IconLabelDescriptionList"/>
    <dgm:cxn modelId="{26C79C7E-E43F-441B-A4C5-85BBD928199D}" type="presOf" srcId="{A3A533DE-2C12-4491-9B8E-C4FADD67F28F}" destId="{1FC8126F-4390-4CB8-8FD9-9B8475393FE3}" srcOrd="0" destOrd="0" presId="urn:microsoft.com/office/officeart/2018/2/layout/IconLabelDescriptionList"/>
    <dgm:cxn modelId="{67F82085-2FDC-453D-A3E5-23A283F31748}" srcId="{1F9A7CF5-2507-42E0-A1ED-A6C4EB852570}" destId="{A2C81150-041A-4379-9BF3-493649907983}" srcOrd="3" destOrd="0" parTransId="{CE2112DF-AEE4-4901-8F3F-3654D8E86E2F}" sibTransId="{80592D69-3B34-4AC1-9DC5-4E0CD88CE112}"/>
    <dgm:cxn modelId="{4D8664AC-AC6D-436F-B0D3-24A2534EA1AD}" srcId="{1F9A7CF5-2507-42E0-A1ED-A6C4EB852570}" destId="{20062F6C-8888-4300-8161-F78282AE6342}" srcOrd="0" destOrd="0" parTransId="{4848F886-D3AE-4FFA-946D-C6D5F85989CD}" sibTransId="{D5D1C672-ED0F-4256-8D28-6EFEB8FEBCA4}"/>
    <dgm:cxn modelId="{8B475FB8-3F50-4F97-B383-B00F656FF5A2}" srcId="{FB68A274-0E83-480E-89B3-E433E7F5AE49}" destId="{CABFE612-7417-4E76-A2B9-73EA32AD45D9}" srcOrd="2" destOrd="0" parTransId="{EAA70DA8-4F8B-4959-9FF4-7F8C3845555F}" sibTransId="{478FEE95-072F-43B7-8307-48005C169363}"/>
    <dgm:cxn modelId="{BBEE23BA-C198-4681-B2EE-52FB84BBF56C}" srcId="{1F9A7CF5-2507-42E0-A1ED-A6C4EB852570}" destId="{66ECCB84-A690-4D13-A8C3-4078F8D447DD}" srcOrd="1" destOrd="0" parTransId="{38A6B1D5-EBF9-45F3-B45E-6291A3BBD50C}" sibTransId="{F3EBBE23-F8C4-4614-A767-1ADECE818B58}"/>
    <dgm:cxn modelId="{1AF8EABD-803B-409F-B60D-5B22360EF1B5}" type="presOf" srcId="{7D0324C0-0D09-4AC2-8E61-C4A3BB77E041}" destId="{76861DD8-B915-49F9-8E5B-698454C3744C}" srcOrd="0" destOrd="0" presId="urn:microsoft.com/office/officeart/2018/2/layout/IconLabelDescriptionList"/>
    <dgm:cxn modelId="{E428A3C3-C9C4-4093-928E-D4F9E324E3EA}" type="presOf" srcId="{66ECCB84-A690-4D13-A8C3-4078F8D447DD}" destId="{E65E8190-563B-4CF3-B6A4-9DE2C454EB86}" srcOrd="0" destOrd="1" presId="urn:microsoft.com/office/officeart/2018/2/layout/IconLabelDescriptionList"/>
    <dgm:cxn modelId="{AB7773C5-23EA-48FC-BE71-72E89B89AA68}" type="presOf" srcId="{030B626C-F907-43C2-BAC7-BFD47D29E387}" destId="{76861DD8-B915-49F9-8E5B-698454C3744C}" srcOrd="0" destOrd="3" presId="urn:microsoft.com/office/officeart/2018/2/layout/IconLabelDescriptionList"/>
    <dgm:cxn modelId="{38C16DC8-F0DF-4B35-846B-87C25008781B}" type="presOf" srcId="{BCA00570-D6D3-4502-9018-CDD45C7DB9AA}" destId="{76861DD8-B915-49F9-8E5B-698454C3744C}" srcOrd="0" destOrd="1" presId="urn:microsoft.com/office/officeart/2018/2/layout/IconLabelDescriptionList"/>
    <dgm:cxn modelId="{C8F41FCA-D696-436E-ADA4-90B102A20A10}" type="presOf" srcId="{20063141-E036-4BD4-A427-11EEC8885E56}" destId="{8EF222B0-8D2E-43A1-94DF-E72EBBA399AD}" srcOrd="0" destOrd="0" presId="urn:microsoft.com/office/officeart/2018/2/layout/IconLabelDescriptionList"/>
    <dgm:cxn modelId="{0A920AD1-96BF-4A4A-A5AF-BCFA102F54D8}" type="presOf" srcId="{B6D0CC39-E699-4903-A332-0AA905AFF566}" destId="{8EF222B0-8D2E-43A1-94DF-E72EBBA399AD}" srcOrd="0" destOrd="1" presId="urn:microsoft.com/office/officeart/2018/2/layout/IconLabelDescriptionList"/>
    <dgm:cxn modelId="{60A426DC-A320-483A-95E3-F47E446E3312}" type="presOf" srcId="{CABFE612-7417-4E76-A2B9-73EA32AD45D9}" destId="{F6979AF2-C0C8-4CC4-8346-E17B8790AB2B}" srcOrd="0" destOrd="0" presId="urn:microsoft.com/office/officeart/2018/2/layout/IconLabelDescriptionList"/>
    <dgm:cxn modelId="{4A4B5AE0-EC44-4D46-A25A-7D728378E2EB}" srcId="{FB68A274-0E83-480E-89B3-E433E7F5AE49}" destId="{1F9A7CF5-2507-42E0-A1ED-A6C4EB852570}" srcOrd="1" destOrd="0" parTransId="{597CBB50-8619-410A-B89C-DF7B60F9EB22}" sibTransId="{147CF57A-0D2A-4F03-B040-F527DB1EE838}"/>
    <dgm:cxn modelId="{56DD91E1-314B-453D-AD09-044A29B4A86C}" srcId="{FB68A274-0E83-480E-89B3-E433E7F5AE49}" destId="{A3A533DE-2C12-4491-9B8E-C4FADD67F28F}" srcOrd="0" destOrd="0" parTransId="{24BB9507-1E1C-4936-9E00-CD137D2B55B1}" sibTransId="{A3622BEA-692C-422A-96DA-5D96C40CCF80}"/>
    <dgm:cxn modelId="{43F0DEE1-22B2-4DDB-A600-A70DF0540D2F}" type="presOf" srcId="{A2C81150-041A-4379-9BF3-493649907983}" destId="{E65E8190-563B-4CF3-B6A4-9DE2C454EB86}" srcOrd="0" destOrd="3" presId="urn:microsoft.com/office/officeart/2018/2/layout/IconLabelDescriptionList"/>
    <dgm:cxn modelId="{56E517E3-244B-4433-B9C8-17EB72AB5FB6}" type="presOf" srcId="{E1E2AFA6-29D5-4475-B6D1-7A0748209C90}" destId="{8EF222B0-8D2E-43A1-94DF-E72EBBA399AD}" srcOrd="0" destOrd="2" presId="urn:microsoft.com/office/officeart/2018/2/layout/IconLabelDescriptionList"/>
    <dgm:cxn modelId="{5982B5ED-B14D-4132-82E3-78D8F1AB3D4C}" type="presOf" srcId="{1F9A7CF5-2507-42E0-A1ED-A6C4EB852570}" destId="{090A88DF-8A45-4693-9060-AC3E43A09056}" srcOrd="0" destOrd="0" presId="urn:microsoft.com/office/officeart/2018/2/layout/IconLabelDescriptionList"/>
    <dgm:cxn modelId="{BA0E62F7-C936-4D60-8490-2B49C85E5406}" srcId="{A3A533DE-2C12-4491-9B8E-C4FADD67F28F}" destId="{7D0324C0-0D09-4AC2-8E61-C4A3BB77E041}" srcOrd="0" destOrd="0" parTransId="{E0530848-5EF9-4AEB-9B05-4AE74A3E4F5A}" sibTransId="{F179ACA3-8462-4CA9-A4AC-674DEAC3D4AD}"/>
    <dgm:cxn modelId="{2280E7FA-3A24-4320-B0C2-951E5AB5BA10}" type="presOf" srcId="{EE963CF3-4687-40A6-9248-85FEEA38B84E}" destId="{E65E8190-563B-4CF3-B6A4-9DE2C454EB86}" srcOrd="0" destOrd="2" presId="urn:microsoft.com/office/officeart/2018/2/layout/IconLabelDescriptionList"/>
    <dgm:cxn modelId="{BB9AA289-9FC6-455B-B0BF-242A74F645C3}" type="presParOf" srcId="{DBF6690A-5CEA-44DD-9AF2-8439F0D447B1}" destId="{39C0ADC0-A180-4025-B50D-8ACEC081193E}" srcOrd="0" destOrd="0" presId="urn:microsoft.com/office/officeart/2018/2/layout/IconLabelDescriptionList"/>
    <dgm:cxn modelId="{44A86766-0960-4EB9-8617-737E9A921D37}" type="presParOf" srcId="{39C0ADC0-A180-4025-B50D-8ACEC081193E}" destId="{3AD51D45-90F0-4547-B157-9BB73C979B51}" srcOrd="0" destOrd="0" presId="urn:microsoft.com/office/officeart/2018/2/layout/IconLabelDescriptionList"/>
    <dgm:cxn modelId="{CD574CCE-5E0A-4CF9-9F24-838C28B47168}" type="presParOf" srcId="{39C0ADC0-A180-4025-B50D-8ACEC081193E}" destId="{12C138A7-A6BF-4EF3-AB51-57C5497AC61A}" srcOrd="1" destOrd="0" presId="urn:microsoft.com/office/officeart/2018/2/layout/IconLabelDescriptionList"/>
    <dgm:cxn modelId="{5D32458C-3E29-4244-8D30-A9E429EB8EE9}" type="presParOf" srcId="{39C0ADC0-A180-4025-B50D-8ACEC081193E}" destId="{1FC8126F-4390-4CB8-8FD9-9B8475393FE3}" srcOrd="2" destOrd="0" presId="urn:microsoft.com/office/officeart/2018/2/layout/IconLabelDescriptionList"/>
    <dgm:cxn modelId="{590F221A-C311-4143-8398-0F1C4EA3E9BE}" type="presParOf" srcId="{39C0ADC0-A180-4025-B50D-8ACEC081193E}" destId="{D6D0EEE0-D775-48E7-94C0-6C3620C4D68A}" srcOrd="3" destOrd="0" presId="urn:microsoft.com/office/officeart/2018/2/layout/IconLabelDescriptionList"/>
    <dgm:cxn modelId="{92623FEC-3E66-472C-9271-123E72C4EBD3}" type="presParOf" srcId="{39C0ADC0-A180-4025-B50D-8ACEC081193E}" destId="{76861DD8-B915-49F9-8E5B-698454C3744C}" srcOrd="4" destOrd="0" presId="urn:microsoft.com/office/officeart/2018/2/layout/IconLabelDescriptionList"/>
    <dgm:cxn modelId="{4C1F1BFB-9F54-4E1A-82B0-201999F111E5}" type="presParOf" srcId="{DBF6690A-5CEA-44DD-9AF2-8439F0D447B1}" destId="{B5C3F061-A531-4C73-9841-2171BC5F39DC}" srcOrd="1" destOrd="0" presId="urn:microsoft.com/office/officeart/2018/2/layout/IconLabelDescriptionList"/>
    <dgm:cxn modelId="{BB21703A-C15D-43DF-AD9E-A1C6E2B2CB0B}" type="presParOf" srcId="{DBF6690A-5CEA-44DD-9AF2-8439F0D447B1}" destId="{FDD8E60B-4B2E-48F1-B632-CD0C534BDC0F}" srcOrd="2" destOrd="0" presId="urn:microsoft.com/office/officeart/2018/2/layout/IconLabelDescriptionList"/>
    <dgm:cxn modelId="{17120F25-0C75-4535-83DC-802BCBBA4E3D}" type="presParOf" srcId="{FDD8E60B-4B2E-48F1-B632-CD0C534BDC0F}" destId="{AAC8FA5D-E583-4E2F-A122-58604EC95603}" srcOrd="0" destOrd="0" presId="urn:microsoft.com/office/officeart/2018/2/layout/IconLabelDescriptionList"/>
    <dgm:cxn modelId="{0E9F74E5-A760-4450-AAF6-6BBD42D20140}" type="presParOf" srcId="{FDD8E60B-4B2E-48F1-B632-CD0C534BDC0F}" destId="{C8DEE691-2886-4976-AD6C-5160C68D9057}" srcOrd="1" destOrd="0" presId="urn:microsoft.com/office/officeart/2018/2/layout/IconLabelDescriptionList"/>
    <dgm:cxn modelId="{3669127A-6EC7-4FB1-A528-FA164F0030E9}" type="presParOf" srcId="{FDD8E60B-4B2E-48F1-B632-CD0C534BDC0F}" destId="{090A88DF-8A45-4693-9060-AC3E43A09056}" srcOrd="2" destOrd="0" presId="urn:microsoft.com/office/officeart/2018/2/layout/IconLabelDescriptionList"/>
    <dgm:cxn modelId="{EBA873B3-95FF-47C1-846C-EB6D13B5FDDE}" type="presParOf" srcId="{FDD8E60B-4B2E-48F1-B632-CD0C534BDC0F}" destId="{5B2199F0-E914-4945-81FF-4CD83BF3B65E}" srcOrd="3" destOrd="0" presId="urn:microsoft.com/office/officeart/2018/2/layout/IconLabelDescriptionList"/>
    <dgm:cxn modelId="{5FE3A4F6-6296-4A2A-8E3E-48D765CED846}" type="presParOf" srcId="{FDD8E60B-4B2E-48F1-B632-CD0C534BDC0F}" destId="{E65E8190-563B-4CF3-B6A4-9DE2C454EB86}" srcOrd="4" destOrd="0" presId="urn:microsoft.com/office/officeart/2018/2/layout/IconLabelDescriptionList"/>
    <dgm:cxn modelId="{F60BEA43-F8FD-45C4-ACD4-D5A84C76D94B}" type="presParOf" srcId="{DBF6690A-5CEA-44DD-9AF2-8439F0D447B1}" destId="{E56FAE23-63C8-4C34-B2A3-1117DC9DD0CA}" srcOrd="3" destOrd="0" presId="urn:microsoft.com/office/officeart/2018/2/layout/IconLabelDescriptionList"/>
    <dgm:cxn modelId="{3CC7AF98-5B76-4575-962A-C3B01C4F5138}" type="presParOf" srcId="{DBF6690A-5CEA-44DD-9AF2-8439F0D447B1}" destId="{772A8BFB-90CC-4E38-9FD6-478B908A3725}" srcOrd="4" destOrd="0" presId="urn:microsoft.com/office/officeart/2018/2/layout/IconLabelDescriptionList"/>
    <dgm:cxn modelId="{1A3AF114-0F98-4539-854E-6F3059365CF1}" type="presParOf" srcId="{772A8BFB-90CC-4E38-9FD6-478B908A3725}" destId="{AB22DC67-0C3A-4D96-9893-E60CC5487A3C}" srcOrd="0" destOrd="0" presId="urn:microsoft.com/office/officeart/2018/2/layout/IconLabelDescriptionList"/>
    <dgm:cxn modelId="{DB58F245-198C-47E9-9608-9C3D953B67AE}" type="presParOf" srcId="{772A8BFB-90CC-4E38-9FD6-478B908A3725}" destId="{EB4DCD5B-71D8-4E0D-94FF-8D7342F88A3B}" srcOrd="1" destOrd="0" presId="urn:microsoft.com/office/officeart/2018/2/layout/IconLabelDescriptionList"/>
    <dgm:cxn modelId="{B34FDF67-D16D-4C3C-B828-F096E6EBD091}" type="presParOf" srcId="{772A8BFB-90CC-4E38-9FD6-478B908A3725}" destId="{F6979AF2-C0C8-4CC4-8346-E17B8790AB2B}" srcOrd="2" destOrd="0" presId="urn:microsoft.com/office/officeart/2018/2/layout/IconLabelDescriptionList"/>
    <dgm:cxn modelId="{82FCEBB3-F442-4F0F-AA71-9B28F140C264}" type="presParOf" srcId="{772A8BFB-90CC-4E38-9FD6-478B908A3725}" destId="{DB080ED5-3739-48BA-B2DA-192A81A9F4F5}" srcOrd="3" destOrd="0" presId="urn:microsoft.com/office/officeart/2018/2/layout/IconLabelDescriptionList"/>
    <dgm:cxn modelId="{4C01993D-FA06-4FB1-AF5F-0BEB98DB0C9E}" type="presParOf" srcId="{772A8BFB-90CC-4E38-9FD6-478B908A3725}" destId="{8EF222B0-8D2E-43A1-94DF-E72EBBA399AD}"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A5982F0-887A-4C37-B4EF-E4BB27AEEB77}">
      <dsp:nvSpPr>
        <dsp:cNvPr id="0" name=""/>
        <dsp:cNvSpPr/>
      </dsp:nvSpPr>
      <dsp:spPr>
        <a:xfrm>
          <a:off x="0" y="449240"/>
          <a:ext cx="6666833" cy="716040"/>
        </a:xfrm>
        <a:prstGeom prst="roundRect">
          <a:avLst/>
        </a:prstGeom>
        <a:blipFill rotWithShape="1">
          <a:blip xmlns:r="http://schemas.openxmlformats.org/officeDocument/2006/relationships" r:embed="rId1">
            <a:duotone>
              <a:schemeClr val="accent5">
                <a:hueOff val="0"/>
                <a:satOff val="0"/>
                <a:lumOff val="0"/>
                <a:alphaOff val="0"/>
                <a:tint val="98000"/>
                <a:lumMod val="102000"/>
              </a:schemeClr>
              <a:schemeClr val="accent5">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pl-PL" sz="1800" kern="1200"/>
            <a:t>Do Głównych faz projektu można zaliczyć :</a:t>
          </a:r>
          <a:br>
            <a:rPr lang="pl-PL" sz="1800" kern="1200"/>
          </a:br>
          <a:r>
            <a:rPr lang="pl-PL" sz="1800" kern="1200"/>
            <a:t>1. Opracowanie podstawowego szkieletu funkcji głównej</a:t>
          </a:r>
          <a:endParaRPr lang="en-US" sz="1800" kern="1200"/>
        </a:p>
      </dsp:txBody>
      <dsp:txXfrm>
        <a:off x="34954" y="484194"/>
        <a:ext cx="6596925" cy="646132"/>
      </dsp:txXfrm>
    </dsp:sp>
    <dsp:sp modelId="{76CC1DCE-5F83-4592-82CF-3CC1EAC91DEB}">
      <dsp:nvSpPr>
        <dsp:cNvPr id="0" name=""/>
        <dsp:cNvSpPr/>
      </dsp:nvSpPr>
      <dsp:spPr>
        <a:xfrm>
          <a:off x="0" y="1223261"/>
          <a:ext cx="6666833" cy="716040"/>
        </a:xfrm>
        <a:prstGeom prst="roundRect">
          <a:avLst/>
        </a:prstGeom>
        <a:blipFill rotWithShape="1">
          <a:blip xmlns:r="http://schemas.openxmlformats.org/officeDocument/2006/relationships" r:embed="rId1">
            <a:duotone>
              <a:schemeClr val="accent5">
                <a:hueOff val="4159237"/>
                <a:satOff val="-114"/>
                <a:lumOff val="-628"/>
                <a:alphaOff val="0"/>
                <a:tint val="98000"/>
                <a:lumMod val="102000"/>
              </a:schemeClr>
              <a:schemeClr val="accent5">
                <a:hueOff val="4159237"/>
                <a:satOff val="-114"/>
                <a:lumOff val="-628"/>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pl-PL" sz="1800" kern="1200" dirty="0"/>
            <a:t>2. Udoskonalanie interpretacji kątów przez program</a:t>
          </a:r>
          <a:endParaRPr lang="en-US" sz="1800" kern="1200" dirty="0"/>
        </a:p>
      </dsp:txBody>
      <dsp:txXfrm>
        <a:off x="34954" y="1258215"/>
        <a:ext cx="6596925" cy="646132"/>
      </dsp:txXfrm>
    </dsp:sp>
    <dsp:sp modelId="{5C277F84-FFEA-4E6C-BDF0-08C4A2E07077}">
      <dsp:nvSpPr>
        <dsp:cNvPr id="0" name=""/>
        <dsp:cNvSpPr/>
      </dsp:nvSpPr>
      <dsp:spPr>
        <a:xfrm>
          <a:off x="0" y="1997992"/>
          <a:ext cx="6666833" cy="716040"/>
        </a:xfrm>
        <a:prstGeom prst="roundRect">
          <a:avLst/>
        </a:prstGeom>
        <a:blipFill rotWithShape="1">
          <a:blip xmlns:r="http://schemas.openxmlformats.org/officeDocument/2006/relationships" r:embed="rId1">
            <a:duotone>
              <a:schemeClr val="accent5">
                <a:hueOff val="8318473"/>
                <a:satOff val="-227"/>
                <a:lumOff val="-1255"/>
                <a:alphaOff val="0"/>
                <a:tint val="98000"/>
                <a:lumMod val="102000"/>
              </a:schemeClr>
              <a:schemeClr val="accent5">
                <a:hueOff val="8318473"/>
                <a:satOff val="-227"/>
                <a:lumOff val="-1255"/>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pl-PL" sz="1800" kern="1200" dirty="0"/>
            <a:t>3. Testowanie wielu modeli podczas treningu</a:t>
          </a:r>
          <a:endParaRPr lang="en-US" sz="1800" kern="1200" dirty="0"/>
        </a:p>
      </dsp:txBody>
      <dsp:txXfrm>
        <a:off x="34954" y="2032946"/>
        <a:ext cx="6596925" cy="646132"/>
      </dsp:txXfrm>
    </dsp:sp>
    <dsp:sp modelId="{7CD65286-1ECF-43FB-AD96-1B3772268ACF}">
      <dsp:nvSpPr>
        <dsp:cNvPr id="0" name=""/>
        <dsp:cNvSpPr/>
      </dsp:nvSpPr>
      <dsp:spPr>
        <a:xfrm>
          <a:off x="0" y="2746738"/>
          <a:ext cx="6666833" cy="716040"/>
        </a:xfrm>
        <a:prstGeom prst="roundRect">
          <a:avLst/>
        </a:prstGeom>
        <a:blipFill rotWithShape="1">
          <a:blip xmlns:r="http://schemas.openxmlformats.org/officeDocument/2006/relationships" r:embed="rId1">
            <a:duotone>
              <a:schemeClr val="accent5">
                <a:hueOff val="12477710"/>
                <a:satOff val="-341"/>
                <a:lumOff val="-1883"/>
                <a:alphaOff val="0"/>
                <a:tint val="98000"/>
                <a:lumMod val="102000"/>
              </a:schemeClr>
              <a:schemeClr val="accent5">
                <a:hueOff val="12477710"/>
                <a:satOff val="-341"/>
                <a:lumOff val="-1883"/>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pl-PL" sz="1800" kern="1200" dirty="0"/>
            <a:t>4. Opracowanie warstwy graficznej projektu</a:t>
          </a:r>
          <a:endParaRPr lang="en-US" sz="1800" kern="1200" dirty="0"/>
        </a:p>
      </dsp:txBody>
      <dsp:txXfrm>
        <a:off x="34954" y="2781692"/>
        <a:ext cx="6596925" cy="646132"/>
      </dsp:txXfrm>
    </dsp:sp>
    <dsp:sp modelId="{FE106585-616F-46FA-ABEA-174D0BDCFF0E}">
      <dsp:nvSpPr>
        <dsp:cNvPr id="0" name=""/>
        <dsp:cNvSpPr/>
      </dsp:nvSpPr>
      <dsp:spPr>
        <a:xfrm>
          <a:off x="0" y="3520760"/>
          <a:ext cx="6666833" cy="716040"/>
        </a:xfrm>
        <a:prstGeom prst="roundRect">
          <a:avLst/>
        </a:prstGeom>
        <a:blipFill rotWithShape="1">
          <a:blip xmlns:r="http://schemas.openxmlformats.org/officeDocument/2006/relationships" r:embed="rId1">
            <a:duotone>
              <a:schemeClr val="accent5">
                <a:hueOff val="16636946"/>
                <a:satOff val="-454"/>
                <a:lumOff val="-2510"/>
                <a:alphaOff val="0"/>
                <a:tint val="98000"/>
                <a:lumMod val="102000"/>
              </a:schemeClr>
              <a:schemeClr val="accent5">
                <a:hueOff val="16636946"/>
                <a:satOff val="-454"/>
                <a:lumOff val="-251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pl-PL" sz="1800" kern="1200"/>
            <a:t>5. Gromadzenie zbieranych informacji w bazie danych </a:t>
          </a:r>
          <a:endParaRPr lang="en-US" sz="1800" kern="1200"/>
        </a:p>
      </dsp:txBody>
      <dsp:txXfrm>
        <a:off x="34954" y="3555714"/>
        <a:ext cx="6596925" cy="646132"/>
      </dsp:txXfrm>
    </dsp:sp>
    <dsp:sp modelId="{09FD364F-05E0-4930-BF36-43F4C1CCC1DC}">
      <dsp:nvSpPr>
        <dsp:cNvPr id="0" name=""/>
        <dsp:cNvSpPr/>
      </dsp:nvSpPr>
      <dsp:spPr>
        <a:xfrm>
          <a:off x="0" y="4288640"/>
          <a:ext cx="6666833" cy="716040"/>
        </a:xfrm>
        <a:prstGeom prst="roundRect">
          <a:avLst/>
        </a:prstGeom>
        <a:blipFill rotWithShape="1">
          <a:blip xmlns:r="http://schemas.openxmlformats.org/officeDocument/2006/relationships" r:embed="rId1">
            <a:duotone>
              <a:schemeClr val="accent5">
                <a:hueOff val="20796183"/>
                <a:satOff val="-568"/>
                <a:lumOff val="-3138"/>
                <a:alphaOff val="0"/>
                <a:tint val="98000"/>
                <a:lumMod val="102000"/>
              </a:schemeClr>
              <a:schemeClr val="accent5">
                <a:hueOff val="20796183"/>
                <a:satOff val="-568"/>
                <a:lumOff val="-3138"/>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pl-PL" sz="1800" kern="1200" dirty="0"/>
            <a:t>6. Scalenie wszystkiego w składny projekt</a:t>
          </a:r>
          <a:endParaRPr lang="en-US" sz="1800" kern="1200" dirty="0"/>
        </a:p>
      </dsp:txBody>
      <dsp:txXfrm>
        <a:off x="34954" y="4323594"/>
        <a:ext cx="6596925" cy="64613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03F584-4B9B-4AEA-92DF-905B1484FB60}">
      <dsp:nvSpPr>
        <dsp:cNvPr id="0" name=""/>
        <dsp:cNvSpPr/>
      </dsp:nvSpPr>
      <dsp:spPr>
        <a:xfrm>
          <a:off x="0" y="1382349"/>
          <a:ext cx="1457324" cy="925401"/>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48F7590-6BA9-4D7A-B8E2-7B44ADF7DE96}">
      <dsp:nvSpPr>
        <dsp:cNvPr id="0" name=""/>
        <dsp:cNvSpPr/>
      </dsp:nvSpPr>
      <dsp:spPr>
        <a:xfrm>
          <a:off x="161925" y="1536178"/>
          <a:ext cx="1457324" cy="925401"/>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pl-PL" sz="1300" kern="1200" dirty="0"/>
            <a:t>- Kąt linii ciała (Bark–Biodro–Kostka): 160 - 180 stopni. </a:t>
          </a:r>
          <a:endParaRPr lang="en-US" sz="1300" kern="1200" dirty="0"/>
        </a:p>
      </dsp:txBody>
      <dsp:txXfrm>
        <a:off x="189029" y="1563282"/>
        <a:ext cx="1403116" cy="871193"/>
      </dsp:txXfrm>
    </dsp:sp>
    <dsp:sp modelId="{2139C566-723B-4E39-8934-0D3567F81AE4}">
      <dsp:nvSpPr>
        <dsp:cNvPr id="0" name=""/>
        <dsp:cNvSpPr/>
      </dsp:nvSpPr>
      <dsp:spPr>
        <a:xfrm>
          <a:off x="1781175" y="1382349"/>
          <a:ext cx="1457324" cy="925401"/>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B36058A-7B34-4EBB-8FC6-36DC3207B6CF}">
      <dsp:nvSpPr>
        <dsp:cNvPr id="0" name=""/>
        <dsp:cNvSpPr/>
      </dsp:nvSpPr>
      <dsp:spPr>
        <a:xfrm>
          <a:off x="1943100" y="1536178"/>
          <a:ext cx="1457324" cy="925401"/>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pl-PL" sz="1300" kern="1200"/>
            <a:t>- pozycję łokci (kąt prosty względem podłoża). </a:t>
          </a:r>
          <a:endParaRPr lang="en-US" sz="1300" kern="1200"/>
        </a:p>
      </dsp:txBody>
      <dsp:txXfrm>
        <a:off x="1970204" y="1563282"/>
        <a:ext cx="1403116" cy="871193"/>
      </dsp:txXfrm>
    </dsp:sp>
    <dsp:sp modelId="{5F32A192-47EA-48F0-B8F4-8091A47D8FE0}">
      <dsp:nvSpPr>
        <dsp:cNvPr id="0" name=""/>
        <dsp:cNvSpPr/>
      </dsp:nvSpPr>
      <dsp:spPr>
        <a:xfrm>
          <a:off x="3562350" y="1382349"/>
          <a:ext cx="1457324" cy="925401"/>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FAA0B47-C733-4CF2-BAF1-85E5F20E3C6D}">
      <dsp:nvSpPr>
        <dsp:cNvPr id="0" name=""/>
        <dsp:cNvSpPr/>
      </dsp:nvSpPr>
      <dsp:spPr>
        <a:xfrm>
          <a:off x="3724274" y="1536178"/>
          <a:ext cx="1457324" cy="925401"/>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pl-PL" sz="1300" kern="1200"/>
            <a:t>- poziom bioder (brak asymetrii/skrętu tułowia).</a:t>
          </a:r>
          <a:endParaRPr lang="en-US" sz="1300" kern="1200"/>
        </a:p>
      </dsp:txBody>
      <dsp:txXfrm>
        <a:off x="3751378" y="1563282"/>
        <a:ext cx="1403116" cy="87119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4CEF87-2081-410D-92A0-BA37A19CE706}">
      <dsp:nvSpPr>
        <dsp:cNvPr id="0" name=""/>
        <dsp:cNvSpPr/>
      </dsp:nvSpPr>
      <dsp:spPr>
        <a:xfrm>
          <a:off x="0" y="210022"/>
          <a:ext cx="6666833" cy="1622278"/>
        </a:xfrm>
        <a:prstGeom prst="roundRect">
          <a:avLst/>
        </a:prstGeom>
        <a:blipFill rotWithShape="1">
          <a:blip xmlns:r="http://schemas.openxmlformats.org/officeDocument/2006/relationships" r:embed="rId1">
            <a:duotone>
              <a:schemeClr val="accent5">
                <a:hueOff val="0"/>
                <a:satOff val="0"/>
                <a:lumOff val="0"/>
                <a:alphaOff val="0"/>
                <a:tint val="98000"/>
                <a:lumMod val="102000"/>
              </a:schemeClr>
              <a:schemeClr val="accent5">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pl-PL" sz="2900" kern="1200"/>
            <a:t>1. Zamiana interfejsu graficznego z PyQt na CustomTKinter</a:t>
          </a:r>
          <a:endParaRPr lang="en-US" sz="2900" kern="1200"/>
        </a:p>
      </dsp:txBody>
      <dsp:txXfrm>
        <a:off x="79193" y="289215"/>
        <a:ext cx="6508447" cy="1463892"/>
      </dsp:txXfrm>
    </dsp:sp>
    <dsp:sp modelId="{EF995E40-089C-4298-989C-40485B4BD8D5}">
      <dsp:nvSpPr>
        <dsp:cNvPr id="0" name=""/>
        <dsp:cNvSpPr/>
      </dsp:nvSpPr>
      <dsp:spPr>
        <a:xfrm>
          <a:off x="0" y="1915820"/>
          <a:ext cx="6666833" cy="1622278"/>
        </a:xfrm>
        <a:prstGeom prst="roundRect">
          <a:avLst/>
        </a:prstGeom>
        <a:blipFill rotWithShape="1">
          <a:blip xmlns:r="http://schemas.openxmlformats.org/officeDocument/2006/relationships" r:embed="rId1">
            <a:duotone>
              <a:schemeClr val="accent5">
                <a:hueOff val="10398092"/>
                <a:satOff val="-284"/>
                <a:lumOff val="-1569"/>
                <a:alphaOff val="0"/>
                <a:tint val="98000"/>
                <a:lumMod val="102000"/>
              </a:schemeClr>
              <a:schemeClr val="accent5">
                <a:hueOff val="10398092"/>
                <a:satOff val="-284"/>
                <a:lumOff val="-1569"/>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pl-PL" sz="2900" kern="1200"/>
            <a:t>2. Poczyniono znaczny postęp w tworzeniu aplikacji pokazującej szkielet, lecz jeszcze </a:t>
          </a:r>
          <a:endParaRPr lang="en-US" sz="2900" kern="1200"/>
        </a:p>
      </dsp:txBody>
      <dsp:txXfrm>
        <a:off x="79193" y="1995013"/>
        <a:ext cx="6508447" cy="1463892"/>
      </dsp:txXfrm>
    </dsp:sp>
    <dsp:sp modelId="{783C1BF8-F2F3-4044-948F-BCEC670D344A}">
      <dsp:nvSpPr>
        <dsp:cNvPr id="0" name=""/>
        <dsp:cNvSpPr/>
      </dsp:nvSpPr>
      <dsp:spPr>
        <a:xfrm>
          <a:off x="0" y="3621619"/>
          <a:ext cx="6666833" cy="1622278"/>
        </a:xfrm>
        <a:prstGeom prst="roundRect">
          <a:avLst/>
        </a:prstGeom>
        <a:blipFill rotWithShape="1">
          <a:blip xmlns:r="http://schemas.openxmlformats.org/officeDocument/2006/relationships" r:embed="rId1">
            <a:duotone>
              <a:schemeClr val="accent5">
                <a:hueOff val="20796183"/>
                <a:satOff val="-568"/>
                <a:lumOff val="-3138"/>
                <a:alphaOff val="0"/>
                <a:tint val="98000"/>
                <a:lumMod val="102000"/>
              </a:schemeClr>
              <a:schemeClr val="accent5">
                <a:hueOff val="20796183"/>
                <a:satOff val="-568"/>
                <a:lumOff val="-3138"/>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pl-PL" sz="2900" kern="1200" dirty="0"/>
            <a:t>3. Brakuje poprawnego wykrywania kątów oraz nie mamy odpowiednio dobranego szkieletu</a:t>
          </a:r>
          <a:endParaRPr lang="en-US" sz="2900" kern="1200" dirty="0"/>
        </a:p>
      </dsp:txBody>
      <dsp:txXfrm>
        <a:off x="79193" y="3700812"/>
        <a:ext cx="6508447" cy="146389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93532D-536B-4691-80E0-98396FDE83AB}">
      <dsp:nvSpPr>
        <dsp:cNvPr id="0" name=""/>
        <dsp:cNvSpPr/>
      </dsp:nvSpPr>
      <dsp:spPr>
        <a:xfrm>
          <a:off x="0" y="719412"/>
          <a:ext cx="2968228" cy="1884824"/>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5B42C54-D278-4AF5-B51C-B9671445E69A}">
      <dsp:nvSpPr>
        <dsp:cNvPr id="0" name=""/>
        <dsp:cNvSpPr/>
      </dsp:nvSpPr>
      <dsp:spPr>
        <a:xfrm>
          <a:off x="329803" y="1032725"/>
          <a:ext cx="2968228" cy="1884824"/>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pl-PL" sz="2700" kern="1200"/>
            <a:t>1. Działający model szkieletu</a:t>
          </a:r>
          <a:endParaRPr lang="en-US" sz="2700" kern="1200"/>
        </a:p>
      </dsp:txBody>
      <dsp:txXfrm>
        <a:off x="385008" y="1087930"/>
        <a:ext cx="2857818" cy="1774414"/>
      </dsp:txXfrm>
    </dsp:sp>
    <dsp:sp modelId="{2218E74C-485D-4E31-BBE3-3E6ADA9CC208}">
      <dsp:nvSpPr>
        <dsp:cNvPr id="0" name=""/>
        <dsp:cNvSpPr/>
      </dsp:nvSpPr>
      <dsp:spPr>
        <a:xfrm>
          <a:off x="3627834" y="719412"/>
          <a:ext cx="2968228" cy="1884824"/>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2DC48A4-E7E2-4C14-A507-C3661AA7B994}">
      <dsp:nvSpPr>
        <dsp:cNvPr id="0" name=""/>
        <dsp:cNvSpPr/>
      </dsp:nvSpPr>
      <dsp:spPr>
        <a:xfrm>
          <a:off x="3957637" y="1032725"/>
          <a:ext cx="2968228" cy="1884824"/>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pl-PL" sz="2700" kern="1200"/>
            <a:t>2. Prace nad optymalizacją szkieletu </a:t>
          </a:r>
          <a:endParaRPr lang="en-US" sz="2700" kern="1200"/>
        </a:p>
      </dsp:txBody>
      <dsp:txXfrm>
        <a:off x="4012842" y="1087930"/>
        <a:ext cx="2857818" cy="1774414"/>
      </dsp:txXfrm>
    </dsp:sp>
    <dsp:sp modelId="{F0FE24F3-1EC5-4226-9F97-9A8A9FCAE863}">
      <dsp:nvSpPr>
        <dsp:cNvPr id="0" name=""/>
        <dsp:cNvSpPr/>
      </dsp:nvSpPr>
      <dsp:spPr>
        <a:xfrm>
          <a:off x="7255668" y="719412"/>
          <a:ext cx="2968228" cy="1884824"/>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8778785-DC53-44DB-AEC3-98DD8FE4B091}">
      <dsp:nvSpPr>
        <dsp:cNvPr id="0" name=""/>
        <dsp:cNvSpPr/>
      </dsp:nvSpPr>
      <dsp:spPr>
        <a:xfrm>
          <a:off x="7585471" y="1032725"/>
          <a:ext cx="2968228" cy="1884824"/>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pl-PL" sz="2700" kern="1200"/>
            <a:t>3. Testy i wybór dokładności modelu szkieletu</a:t>
          </a:r>
          <a:endParaRPr lang="en-US" sz="2700" kern="1200"/>
        </a:p>
      </dsp:txBody>
      <dsp:txXfrm>
        <a:off x="7640676" y="1087930"/>
        <a:ext cx="2857818" cy="177441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5E559D-F6C1-4D91-9E38-00EBB43CE25E}">
      <dsp:nvSpPr>
        <dsp:cNvPr id="0" name=""/>
        <dsp:cNvSpPr/>
      </dsp:nvSpPr>
      <dsp:spPr>
        <a:xfrm>
          <a:off x="0" y="628205"/>
          <a:ext cx="5508710" cy="1352520"/>
        </a:xfrm>
        <a:prstGeom prst="roundRect">
          <a:avLst/>
        </a:prstGeom>
        <a:solidFill>
          <a:schemeClr val="accent2">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pl-PL" sz="3400" kern="1200"/>
            <a:t>1. Testy przełożenia obliczeń na GPU</a:t>
          </a:r>
          <a:endParaRPr lang="en-US" sz="3400" kern="1200"/>
        </a:p>
      </dsp:txBody>
      <dsp:txXfrm>
        <a:off x="66025" y="694230"/>
        <a:ext cx="5376660" cy="1220470"/>
      </dsp:txXfrm>
    </dsp:sp>
    <dsp:sp modelId="{749D0DEE-59BE-4F5B-A257-D984C8C46644}">
      <dsp:nvSpPr>
        <dsp:cNvPr id="0" name=""/>
        <dsp:cNvSpPr/>
      </dsp:nvSpPr>
      <dsp:spPr>
        <a:xfrm>
          <a:off x="0" y="2078645"/>
          <a:ext cx="5508710" cy="1352520"/>
        </a:xfrm>
        <a:prstGeom prst="roundRect">
          <a:avLst/>
        </a:prstGeom>
        <a:solidFill>
          <a:schemeClr val="accent2">
            <a:hueOff val="-1939188"/>
            <a:satOff val="-4386"/>
            <a:lumOff val="-2843"/>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pl-PL" sz="3400" kern="1200"/>
            <a:t>2. Ulepszenie skryptu do detekcji szkieletu</a:t>
          </a:r>
          <a:endParaRPr lang="en-US" sz="3400" kern="1200"/>
        </a:p>
      </dsp:txBody>
      <dsp:txXfrm>
        <a:off x="66025" y="2144670"/>
        <a:ext cx="5376660" cy="1220470"/>
      </dsp:txXfrm>
    </dsp:sp>
    <dsp:sp modelId="{22FAB4D8-6997-4A4A-BDF6-729EBBB8D504}">
      <dsp:nvSpPr>
        <dsp:cNvPr id="0" name=""/>
        <dsp:cNvSpPr/>
      </dsp:nvSpPr>
      <dsp:spPr>
        <a:xfrm>
          <a:off x="0" y="3529086"/>
          <a:ext cx="5508710" cy="1352520"/>
        </a:xfrm>
        <a:prstGeom prst="roundRect">
          <a:avLst/>
        </a:prstGeom>
        <a:solidFill>
          <a:schemeClr val="accent2">
            <a:hueOff val="-3878375"/>
            <a:satOff val="-8771"/>
            <a:lumOff val="-5686"/>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pl-PL" sz="3400" kern="1200"/>
            <a:t>3. Poprawa dokładności modelu szkieletu</a:t>
          </a:r>
          <a:endParaRPr lang="en-US" sz="3400" kern="1200"/>
        </a:p>
      </dsp:txBody>
      <dsp:txXfrm>
        <a:off x="66025" y="3595111"/>
        <a:ext cx="5376660" cy="122047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33813B-6094-4F8D-8F99-7629F0E93B99}">
      <dsp:nvSpPr>
        <dsp:cNvPr id="0" name=""/>
        <dsp:cNvSpPr/>
      </dsp:nvSpPr>
      <dsp:spPr>
        <a:xfrm>
          <a:off x="218794" y="1121075"/>
          <a:ext cx="1339248" cy="1339248"/>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FD17C2-4C1B-49C6-9C55-1B56717B8DF3}">
      <dsp:nvSpPr>
        <dsp:cNvPr id="0" name=""/>
        <dsp:cNvSpPr/>
      </dsp:nvSpPr>
      <dsp:spPr>
        <a:xfrm>
          <a:off x="500036" y="1402317"/>
          <a:ext cx="776764" cy="77676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594823C-E701-43BD-8F34-A33FC82298DA}">
      <dsp:nvSpPr>
        <dsp:cNvPr id="0" name=""/>
        <dsp:cNvSpPr/>
      </dsp:nvSpPr>
      <dsp:spPr>
        <a:xfrm>
          <a:off x="1845025" y="1121075"/>
          <a:ext cx="3156800" cy="13392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66750">
            <a:lnSpc>
              <a:spcPct val="90000"/>
            </a:lnSpc>
            <a:spcBef>
              <a:spcPct val="0"/>
            </a:spcBef>
            <a:spcAft>
              <a:spcPct val="35000"/>
            </a:spcAft>
            <a:buNone/>
          </a:pPr>
          <a:r>
            <a:rPr lang="pl-PL" sz="1500" b="1" kern="1200" dirty="0" err="1"/>
            <a:t>run_pose_detection</a:t>
          </a:r>
          <a:r>
            <a:rPr lang="pl-PL" sz="1500" b="1" kern="1200" dirty="0"/>
            <a:t>(...)</a:t>
          </a:r>
        </a:p>
        <a:p>
          <a:pPr marL="0" lvl="0" indent="0" algn="l" defTabSz="666750">
            <a:lnSpc>
              <a:spcPct val="90000"/>
            </a:lnSpc>
            <a:spcBef>
              <a:spcPct val="0"/>
            </a:spcBef>
            <a:spcAft>
              <a:spcPct val="35000"/>
            </a:spcAft>
            <a:buNone/>
          </a:pPr>
          <a:r>
            <a:rPr lang="pl-PL" sz="1500" kern="1200" dirty="0"/>
            <a:t> Odpala całe środowisko YOLO i przetwarza obraz </a:t>
          </a:r>
          <a:endParaRPr lang="en-US" sz="1500" kern="1200" dirty="0"/>
        </a:p>
      </dsp:txBody>
      <dsp:txXfrm>
        <a:off x="1845025" y="1121075"/>
        <a:ext cx="3156800" cy="1339248"/>
      </dsp:txXfrm>
    </dsp:sp>
    <dsp:sp modelId="{5883F582-1223-49A0-9822-D808EA17FE7E}">
      <dsp:nvSpPr>
        <dsp:cNvPr id="0" name=""/>
        <dsp:cNvSpPr/>
      </dsp:nvSpPr>
      <dsp:spPr>
        <a:xfrm>
          <a:off x="5551874" y="1121075"/>
          <a:ext cx="1339248" cy="1339248"/>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3A34ECE-96CF-41A3-8830-A94D1F68D980}">
      <dsp:nvSpPr>
        <dsp:cNvPr id="0" name=""/>
        <dsp:cNvSpPr/>
      </dsp:nvSpPr>
      <dsp:spPr>
        <a:xfrm>
          <a:off x="5833116" y="1402317"/>
          <a:ext cx="776764" cy="77676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99D8830-97DA-4422-81D6-9065B1F70C98}">
      <dsp:nvSpPr>
        <dsp:cNvPr id="0" name=""/>
        <dsp:cNvSpPr/>
      </dsp:nvSpPr>
      <dsp:spPr>
        <a:xfrm>
          <a:off x="7178104" y="1121075"/>
          <a:ext cx="3156800" cy="13392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66750">
            <a:lnSpc>
              <a:spcPct val="90000"/>
            </a:lnSpc>
            <a:spcBef>
              <a:spcPct val="0"/>
            </a:spcBef>
            <a:spcAft>
              <a:spcPct val="35000"/>
            </a:spcAft>
            <a:buNone/>
          </a:pPr>
          <a:r>
            <a:rPr lang="pl-PL" sz="1500" b="1" kern="1200" dirty="0" err="1"/>
            <a:t>notify_plank_state</a:t>
          </a:r>
          <a:r>
            <a:rPr lang="pl-PL" sz="1500" b="1" kern="1200" dirty="0"/>
            <a:t>(</a:t>
          </a:r>
          <a:r>
            <a:rPr lang="pl-PL" sz="1500" b="1" kern="1200" dirty="0" err="1"/>
            <a:t>is_plank</a:t>
          </a:r>
          <a:r>
            <a:rPr lang="pl-PL" sz="1500" b="1" kern="1200" dirty="0"/>
            <a:t>: </a:t>
          </a:r>
          <a:r>
            <a:rPr lang="pl-PL" sz="1500" b="1" kern="1200" dirty="0" err="1"/>
            <a:t>bool</a:t>
          </a:r>
          <a:r>
            <a:rPr lang="pl-PL" sz="1500" b="1" kern="1200" dirty="0"/>
            <a:t>)</a:t>
          </a:r>
          <a:endParaRPr lang="pl-PL" sz="1500" kern="1200" dirty="0"/>
        </a:p>
        <a:p>
          <a:pPr marL="0" lvl="0" indent="0" algn="l" defTabSz="666750">
            <a:lnSpc>
              <a:spcPct val="90000"/>
            </a:lnSpc>
            <a:spcBef>
              <a:spcPct val="0"/>
            </a:spcBef>
            <a:spcAft>
              <a:spcPct val="35000"/>
            </a:spcAft>
            <a:buNone/>
          </a:pPr>
          <a:endParaRPr lang="pl-PL" sz="1500" kern="1200" dirty="0"/>
        </a:p>
        <a:p>
          <a:pPr marL="0" lvl="0" indent="0" algn="l" defTabSz="666750">
            <a:lnSpc>
              <a:spcPct val="90000"/>
            </a:lnSpc>
            <a:spcBef>
              <a:spcPct val="0"/>
            </a:spcBef>
            <a:spcAft>
              <a:spcPct val="35000"/>
            </a:spcAft>
            <a:buNone/>
          </a:pPr>
          <a:r>
            <a:rPr lang="pl-PL" sz="1500" kern="1200" dirty="0"/>
            <a:t>Uaktualnia globalny stan informujący o rozpoczęciu ułożenia</a:t>
          </a:r>
          <a:endParaRPr lang="en-US" sz="1500" kern="1200" dirty="0"/>
        </a:p>
      </dsp:txBody>
      <dsp:txXfrm>
        <a:off x="7178104" y="1121075"/>
        <a:ext cx="3156800" cy="133924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59A667-04A5-4D65-BC97-98C55D5A592D}">
      <dsp:nvSpPr>
        <dsp:cNvPr id="0" name=""/>
        <dsp:cNvSpPr/>
      </dsp:nvSpPr>
      <dsp:spPr>
        <a:xfrm>
          <a:off x="0" y="0"/>
          <a:ext cx="4653280" cy="952055"/>
        </a:xfrm>
        <a:prstGeom prst="roundRect">
          <a:avLst>
            <a:gd name="adj" fmla="val 10000"/>
          </a:avLst>
        </a:prstGeom>
        <a:blipFill rotWithShape="1">
          <a:blip xmlns:r="http://schemas.openxmlformats.org/officeDocument/2006/relationships" r:embed="rId1">
            <a:duotone>
              <a:schemeClr val="accent2">
                <a:hueOff val="0"/>
                <a:satOff val="0"/>
                <a:lumOff val="0"/>
                <a:alphaOff val="0"/>
                <a:tint val="98000"/>
                <a:lumMod val="102000"/>
              </a:schemeClr>
              <a:schemeClr val="accent2">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pl-PL" sz="1800" kern="1200"/>
            <a:t>W podanej tabeli przechowywane są dane na temat: </a:t>
          </a:r>
          <a:endParaRPr lang="en-US" sz="1800" kern="1200"/>
        </a:p>
      </dsp:txBody>
      <dsp:txXfrm>
        <a:off x="27885" y="27885"/>
        <a:ext cx="3545488" cy="896285"/>
      </dsp:txXfrm>
    </dsp:sp>
    <dsp:sp modelId="{A87C2836-3280-4DB9-AE60-4B23C00921D2}">
      <dsp:nvSpPr>
        <dsp:cNvPr id="0" name=""/>
        <dsp:cNvSpPr/>
      </dsp:nvSpPr>
      <dsp:spPr>
        <a:xfrm>
          <a:off x="389712" y="1125156"/>
          <a:ext cx="4653280" cy="952055"/>
        </a:xfrm>
        <a:prstGeom prst="roundRect">
          <a:avLst>
            <a:gd name="adj" fmla="val 10000"/>
          </a:avLst>
        </a:prstGeom>
        <a:blipFill rotWithShape="1">
          <a:blip xmlns:r="http://schemas.openxmlformats.org/officeDocument/2006/relationships" r:embed="rId1">
            <a:duotone>
              <a:schemeClr val="accent3">
                <a:hueOff val="0"/>
                <a:satOff val="0"/>
                <a:lumOff val="0"/>
                <a:alphaOff val="0"/>
                <a:tint val="98000"/>
                <a:lumMod val="102000"/>
              </a:schemeClr>
              <a:schemeClr val="accent3">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pl-PL" sz="1800" kern="1200"/>
            <a:t>Poprawności treningu</a:t>
          </a:r>
          <a:endParaRPr lang="en-US" sz="1800" kern="1200"/>
        </a:p>
      </dsp:txBody>
      <dsp:txXfrm>
        <a:off x="417597" y="1153041"/>
        <a:ext cx="3588961" cy="896285"/>
      </dsp:txXfrm>
    </dsp:sp>
    <dsp:sp modelId="{90EEB551-57CF-4D25-8999-FCAD123F80CE}">
      <dsp:nvSpPr>
        <dsp:cNvPr id="0" name=""/>
        <dsp:cNvSpPr/>
      </dsp:nvSpPr>
      <dsp:spPr>
        <a:xfrm>
          <a:off x="773607" y="2250313"/>
          <a:ext cx="4653280" cy="952055"/>
        </a:xfrm>
        <a:prstGeom prst="roundRect">
          <a:avLst>
            <a:gd name="adj" fmla="val 10000"/>
          </a:avLst>
        </a:prstGeom>
        <a:blipFill rotWithShape="1">
          <a:blip xmlns:r="http://schemas.openxmlformats.org/officeDocument/2006/relationships" r:embed="rId1">
            <a:duotone>
              <a:schemeClr val="accent4">
                <a:hueOff val="0"/>
                <a:satOff val="0"/>
                <a:lumOff val="0"/>
                <a:alphaOff val="0"/>
                <a:tint val="98000"/>
                <a:lumMod val="102000"/>
              </a:schemeClr>
              <a:schemeClr val="accent4">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pl-PL" sz="1800" kern="1200"/>
            <a:t>Długości treningu</a:t>
          </a:r>
          <a:endParaRPr lang="en-US" sz="1800" kern="1200"/>
        </a:p>
      </dsp:txBody>
      <dsp:txXfrm>
        <a:off x="801492" y="2278198"/>
        <a:ext cx="3594778" cy="896285"/>
      </dsp:txXfrm>
    </dsp:sp>
    <dsp:sp modelId="{D3457C36-A8FD-4821-9C3A-6126B604245F}">
      <dsp:nvSpPr>
        <dsp:cNvPr id="0" name=""/>
        <dsp:cNvSpPr/>
      </dsp:nvSpPr>
      <dsp:spPr>
        <a:xfrm>
          <a:off x="1163319" y="3375469"/>
          <a:ext cx="4653280" cy="952055"/>
        </a:xfrm>
        <a:prstGeom prst="roundRect">
          <a:avLst>
            <a:gd name="adj" fmla="val 10000"/>
          </a:avLst>
        </a:prstGeom>
        <a:blipFill rotWithShape="1">
          <a:blip xmlns:r="http://schemas.openxmlformats.org/officeDocument/2006/relationships" r:embed="rId1">
            <a:duotone>
              <a:schemeClr val="accent5">
                <a:hueOff val="0"/>
                <a:satOff val="0"/>
                <a:lumOff val="0"/>
                <a:alphaOff val="0"/>
                <a:tint val="98000"/>
                <a:lumMod val="102000"/>
              </a:schemeClr>
              <a:schemeClr val="accent5">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pl-PL" sz="1800" kern="1200"/>
            <a:t>Id_wyniku  - pole określające czy sesja była wykonana jedna po drugiej </a:t>
          </a:r>
          <a:endParaRPr lang="en-US" sz="1800" kern="1200"/>
        </a:p>
      </dsp:txBody>
      <dsp:txXfrm>
        <a:off x="1191204" y="3403354"/>
        <a:ext cx="3588961" cy="896285"/>
      </dsp:txXfrm>
    </dsp:sp>
    <dsp:sp modelId="{9802BB9A-2191-4ED3-8B7A-DB2E9A2931EB}">
      <dsp:nvSpPr>
        <dsp:cNvPr id="0" name=""/>
        <dsp:cNvSpPr/>
      </dsp:nvSpPr>
      <dsp:spPr>
        <a:xfrm>
          <a:off x="4034443" y="729187"/>
          <a:ext cx="618836" cy="618836"/>
        </a:xfrm>
        <a:prstGeom prst="downArrow">
          <a:avLst>
            <a:gd name="adj1" fmla="val 55000"/>
            <a:gd name="adj2" fmla="val 45000"/>
          </a:avLst>
        </a:prstGeom>
        <a:solidFill>
          <a:schemeClr val="accent2">
            <a:tint val="40000"/>
            <a:alpha val="90000"/>
            <a:hueOff val="0"/>
            <a:satOff val="0"/>
            <a:lumOff val="0"/>
            <a:alphaOff val="0"/>
          </a:schemeClr>
        </a:solidFill>
        <a:ln w="9525" cap="rnd"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endParaRPr lang="en-US" sz="2800" kern="1200"/>
        </a:p>
      </dsp:txBody>
      <dsp:txXfrm>
        <a:off x="4173681" y="729187"/>
        <a:ext cx="340360" cy="465674"/>
      </dsp:txXfrm>
    </dsp:sp>
    <dsp:sp modelId="{7CE9C30A-52BA-4F37-99B4-485E66F5EA6B}">
      <dsp:nvSpPr>
        <dsp:cNvPr id="0" name=""/>
        <dsp:cNvSpPr/>
      </dsp:nvSpPr>
      <dsp:spPr>
        <a:xfrm>
          <a:off x="4424156" y="1854344"/>
          <a:ext cx="618836" cy="618836"/>
        </a:xfrm>
        <a:prstGeom prst="downArrow">
          <a:avLst>
            <a:gd name="adj1" fmla="val 55000"/>
            <a:gd name="adj2" fmla="val 45000"/>
          </a:avLst>
        </a:prstGeom>
        <a:solidFill>
          <a:schemeClr val="accent3">
            <a:tint val="40000"/>
            <a:alpha val="90000"/>
            <a:hueOff val="0"/>
            <a:satOff val="0"/>
            <a:lumOff val="0"/>
            <a:alphaOff val="0"/>
          </a:schemeClr>
        </a:solidFill>
        <a:ln w="9525" cap="rnd" cmpd="sng" algn="ctr">
          <a:solidFill>
            <a:schemeClr val="accent3">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endParaRPr lang="en-US" sz="2800" kern="1200"/>
        </a:p>
      </dsp:txBody>
      <dsp:txXfrm>
        <a:off x="4563394" y="1854344"/>
        <a:ext cx="340360" cy="465674"/>
      </dsp:txXfrm>
    </dsp:sp>
    <dsp:sp modelId="{225935B8-B9D2-4785-885E-B8EB81EDF274}">
      <dsp:nvSpPr>
        <dsp:cNvPr id="0" name=""/>
        <dsp:cNvSpPr/>
      </dsp:nvSpPr>
      <dsp:spPr>
        <a:xfrm>
          <a:off x="4808051" y="2979500"/>
          <a:ext cx="618836" cy="618836"/>
        </a:xfrm>
        <a:prstGeom prst="downArrow">
          <a:avLst>
            <a:gd name="adj1" fmla="val 55000"/>
            <a:gd name="adj2" fmla="val 45000"/>
          </a:avLst>
        </a:prstGeom>
        <a:solidFill>
          <a:schemeClr val="accent4">
            <a:tint val="40000"/>
            <a:alpha val="90000"/>
            <a:hueOff val="0"/>
            <a:satOff val="0"/>
            <a:lumOff val="0"/>
            <a:alphaOff val="0"/>
          </a:schemeClr>
        </a:solidFill>
        <a:ln w="9525" cap="rnd" cmpd="sng" algn="ctr">
          <a:solidFill>
            <a:schemeClr val="accent4">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endParaRPr lang="en-US" sz="2800" kern="1200"/>
        </a:p>
      </dsp:txBody>
      <dsp:txXfrm>
        <a:off x="4947289" y="2979500"/>
        <a:ext cx="340360" cy="46567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EE9EB7-05E4-42BC-A75B-3616D4EB47C1}">
      <dsp:nvSpPr>
        <dsp:cNvPr id="0" name=""/>
        <dsp:cNvSpPr/>
      </dsp:nvSpPr>
      <dsp:spPr>
        <a:xfrm>
          <a:off x="7963" y="1053043"/>
          <a:ext cx="2862499" cy="2003449"/>
        </a:xfrm>
        <a:prstGeom prst="roundRect">
          <a:avLst>
            <a:gd name="adj" fmla="val 10000"/>
          </a:avLst>
        </a:prstGeom>
        <a:blipFill rotWithShape="1">
          <a:blip xmlns:r="http://schemas.openxmlformats.org/officeDocument/2006/relationships" r:embed="rId1">
            <a:duotone>
              <a:schemeClr val="accent1">
                <a:hueOff val="0"/>
                <a:satOff val="0"/>
                <a:lumOff val="0"/>
                <a:alphaOff val="0"/>
                <a:tint val="98000"/>
                <a:lumMod val="102000"/>
              </a:schemeClr>
              <a:schemeClr val="accent1">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pl-PL" sz="1300" kern="1200" dirty="0"/>
            <a:t>Zadaniem głównego pliku jest analiza postawy użytkownika podczas wykonywania ćwiczenia. W skład wchodzą :</a:t>
          </a:r>
          <a:endParaRPr lang="en-US" sz="1300" kern="1200" dirty="0"/>
        </a:p>
      </dsp:txBody>
      <dsp:txXfrm>
        <a:off x="66642" y="1111722"/>
        <a:ext cx="2745141" cy="1886091"/>
      </dsp:txXfrm>
    </dsp:sp>
    <dsp:sp modelId="{E83EFC1C-DCD7-4102-BA3C-6A82A8208793}">
      <dsp:nvSpPr>
        <dsp:cNvPr id="0" name=""/>
        <dsp:cNvSpPr/>
      </dsp:nvSpPr>
      <dsp:spPr>
        <a:xfrm rot="18265869">
          <a:off x="2663673" y="1648654"/>
          <a:ext cx="951663" cy="27290"/>
        </a:xfrm>
        <a:custGeom>
          <a:avLst/>
          <a:gdLst/>
          <a:ahLst/>
          <a:cxnLst/>
          <a:rect l="0" t="0" r="0" b="0"/>
          <a:pathLst>
            <a:path>
              <a:moveTo>
                <a:pt x="0" y="13645"/>
              </a:moveTo>
              <a:lnTo>
                <a:pt x="951663" y="13645"/>
              </a:lnTo>
            </a:path>
          </a:pathLst>
        </a:custGeom>
        <a:noFill/>
        <a:ln w="9525" cap="rnd"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15714" y="1638507"/>
        <a:ext cx="47583" cy="47583"/>
      </dsp:txXfrm>
    </dsp:sp>
    <dsp:sp modelId="{43F61225-9036-461F-9ACD-637D1163799D}">
      <dsp:nvSpPr>
        <dsp:cNvPr id="0" name=""/>
        <dsp:cNvSpPr/>
      </dsp:nvSpPr>
      <dsp:spPr>
        <a:xfrm>
          <a:off x="3408548" y="928552"/>
          <a:ext cx="1365110" cy="682555"/>
        </a:xfrm>
        <a:prstGeom prst="roundRect">
          <a:avLst>
            <a:gd name="adj" fmla="val 10000"/>
          </a:avLst>
        </a:prstGeom>
        <a:blipFill rotWithShape="1">
          <a:blip xmlns:r="http://schemas.openxmlformats.org/officeDocument/2006/relationships" r:embed="rId1">
            <a:duotone>
              <a:schemeClr val="accent2">
                <a:hueOff val="0"/>
                <a:satOff val="0"/>
                <a:lumOff val="0"/>
                <a:alphaOff val="0"/>
                <a:tint val="98000"/>
                <a:lumMod val="102000"/>
              </a:schemeClr>
              <a:schemeClr val="accent2">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pl-PL" sz="1300" kern="1200"/>
            <a:t>Kąt nachylenia ciała </a:t>
          </a:r>
          <a:endParaRPr lang="en-US" sz="1300" kern="1200"/>
        </a:p>
      </dsp:txBody>
      <dsp:txXfrm>
        <a:off x="3428539" y="948543"/>
        <a:ext cx="1325128" cy="642573"/>
      </dsp:txXfrm>
    </dsp:sp>
    <dsp:sp modelId="{97A732D2-BD57-4856-B840-572F3B1355E7}">
      <dsp:nvSpPr>
        <dsp:cNvPr id="0" name=""/>
        <dsp:cNvSpPr/>
      </dsp:nvSpPr>
      <dsp:spPr>
        <a:xfrm>
          <a:off x="2870463" y="2041123"/>
          <a:ext cx="538085" cy="27290"/>
        </a:xfrm>
        <a:custGeom>
          <a:avLst/>
          <a:gdLst/>
          <a:ahLst/>
          <a:cxnLst/>
          <a:rect l="0" t="0" r="0" b="0"/>
          <a:pathLst>
            <a:path>
              <a:moveTo>
                <a:pt x="0" y="13645"/>
              </a:moveTo>
              <a:lnTo>
                <a:pt x="538085" y="13645"/>
              </a:lnTo>
            </a:path>
          </a:pathLst>
        </a:custGeom>
        <a:noFill/>
        <a:ln w="9525" cap="rnd"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26053" y="2041316"/>
        <a:ext cx="26904" cy="26904"/>
      </dsp:txXfrm>
    </dsp:sp>
    <dsp:sp modelId="{A93C2DBC-4909-41E6-9B91-A2BBACBF8FDC}">
      <dsp:nvSpPr>
        <dsp:cNvPr id="0" name=""/>
        <dsp:cNvSpPr/>
      </dsp:nvSpPr>
      <dsp:spPr>
        <a:xfrm>
          <a:off x="3408548" y="1713490"/>
          <a:ext cx="1365110" cy="682555"/>
        </a:xfrm>
        <a:prstGeom prst="roundRect">
          <a:avLst>
            <a:gd name="adj" fmla="val 10000"/>
          </a:avLst>
        </a:prstGeom>
        <a:blipFill rotWithShape="1">
          <a:blip xmlns:r="http://schemas.openxmlformats.org/officeDocument/2006/relationships" r:embed="rId1">
            <a:duotone>
              <a:schemeClr val="accent2">
                <a:hueOff val="0"/>
                <a:satOff val="0"/>
                <a:lumOff val="0"/>
                <a:alphaOff val="0"/>
                <a:tint val="98000"/>
                <a:lumMod val="102000"/>
              </a:schemeClr>
              <a:schemeClr val="accent2">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pl-PL" sz="1300" kern="1200"/>
            <a:t>Kąt odchylenia ciała</a:t>
          </a:r>
          <a:endParaRPr lang="en-US" sz="1300" kern="1200"/>
        </a:p>
      </dsp:txBody>
      <dsp:txXfrm>
        <a:off x="3428539" y="1733481"/>
        <a:ext cx="1325128" cy="642573"/>
      </dsp:txXfrm>
    </dsp:sp>
    <dsp:sp modelId="{EC31E47F-3361-48E6-AE6D-E6944BC30AE6}">
      <dsp:nvSpPr>
        <dsp:cNvPr id="0" name=""/>
        <dsp:cNvSpPr/>
      </dsp:nvSpPr>
      <dsp:spPr>
        <a:xfrm rot="3334131">
          <a:off x="2663673" y="2433592"/>
          <a:ext cx="951663" cy="27290"/>
        </a:xfrm>
        <a:custGeom>
          <a:avLst/>
          <a:gdLst/>
          <a:ahLst/>
          <a:cxnLst/>
          <a:rect l="0" t="0" r="0" b="0"/>
          <a:pathLst>
            <a:path>
              <a:moveTo>
                <a:pt x="0" y="13645"/>
              </a:moveTo>
              <a:lnTo>
                <a:pt x="951663" y="13645"/>
              </a:lnTo>
            </a:path>
          </a:pathLst>
        </a:custGeom>
        <a:noFill/>
        <a:ln w="9525" cap="rnd"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15714" y="2423445"/>
        <a:ext cx="47583" cy="47583"/>
      </dsp:txXfrm>
    </dsp:sp>
    <dsp:sp modelId="{D0E8BD18-FA6B-48D7-AC6A-F3D9EB1F4EDA}">
      <dsp:nvSpPr>
        <dsp:cNvPr id="0" name=""/>
        <dsp:cNvSpPr/>
      </dsp:nvSpPr>
      <dsp:spPr>
        <a:xfrm>
          <a:off x="3408548" y="2498429"/>
          <a:ext cx="1365110" cy="682555"/>
        </a:xfrm>
        <a:prstGeom prst="roundRect">
          <a:avLst>
            <a:gd name="adj" fmla="val 10000"/>
          </a:avLst>
        </a:prstGeom>
        <a:blipFill rotWithShape="1">
          <a:blip xmlns:r="http://schemas.openxmlformats.org/officeDocument/2006/relationships" r:embed="rId1">
            <a:duotone>
              <a:schemeClr val="accent2">
                <a:hueOff val="0"/>
                <a:satOff val="0"/>
                <a:lumOff val="0"/>
                <a:alphaOff val="0"/>
                <a:tint val="98000"/>
                <a:lumMod val="102000"/>
              </a:schemeClr>
              <a:schemeClr val="accent2">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pl-PL" sz="1300" kern="1200"/>
            <a:t>Menu do wyboru źródła :</a:t>
          </a:r>
          <a:endParaRPr lang="en-US" sz="1300" kern="1200"/>
        </a:p>
      </dsp:txBody>
      <dsp:txXfrm>
        <a:off x="3428539" y="2518420"/>
        <a:ext cx="1325128" cy="642573"/>
      </dsp:txXfrm>
    </dsp:sp>
    <dsp:sp modelId="{6942FDAE-80A4-4C95-9197-CF8F01BA7E3F}">
      <dsp:nvSpPr>
        <dsp:cNvPr id="0" name=""/>
        <dsp:cNvSpPr/>
      </dsp:nvSpPr>
      <dsp:spPr>
        <a:xfrm rot="19457599">
          <a:off x="4710453" y="2629827"/>
          <a:ext cx="672455" cy="27290"/>
        </a:xfrm>
        <a:custGeom>
          <a:avLst/>
          <a:gdLst/>
          <a:ahLst/>
          <a:cxnLst/>
          <a:rect l="0" t="0" r="0" b="0"/>
          <a:pathLst>
            <a:path>
              <a:moveTo>
                <a:pt x="0" y="13645"/>
              </a:moveTo>
              <a:lnTo>
                <a:pt x="672455" y="13645"/>
              </a:lnTo>
            </a:path>
          </a:pathLst>
        </a:custGeom>
        <a:noFill/>
        <a:ln w="9525" cap="rnd" cmpd="sng" algn="ctr">
          <a:solidFill>
            <a:schemeClr val="accent3">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029869" y="2626660"/>
        <a:ext cx="33622" cy="33622"/>
      </dsp:txXfrm>
    </dsp:sp>
    <dsp:sp modelId="{4E26E4ED-F4E8-4CFA-AA6C-74F04C77411A}">
      <dsp:nvSpPr>
        <dsp:cNvPr id="0" name=""/>
        <dsp:cNvSpPr/>
      </dsp:nvSpPr>
      <dsp:spPr>
        <a:xfrm>
          <a:off x="5319702" y="2105960"/>
          <a:ext cx="1365110" cy="682555"/>
        </a:xfrm>
        <a:prstGeom prst="roundRect">
          <a:avLst>
            <a:gd name="adj" fmla="val 10000"/>
          </a:avLst>
        </a:prstGeom>
        <a:blipFill rotWithShape="1">
          <a:blip xmlns:r="http://schemas.openxmlformats.org/officeDocument/2006/relationships" r:embed="rId1">
            <a:duotone>
              <a:schemeClr val="accent3">
                <a:hueOff val="0"/>
                <a:satOff val="0"/>
                <a:lumOff val="0"/>
                <a:alphaOff val="0"/>
                <a:tint val="98000"/>
                <a:lumMod val="102000"/>
              </a:schemeClr>
              <a:schemeClr val="accent3">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pl-PL" sz="1300" kern="1200"/>
            <a:t>Film</a:t>
          </a:r>
          <a:endParaRPr lang="en-US" sz="1300" kern="1200"/>
        </a:p>
      </dsp:txBody>
      <dsp:txXfrm>
        <a:off x="5339693" y="2125951"/>
        <a:ext cx="1325128" cy="642573"/>
      </dsp:txXfrm>
    </dsp:sp>
    <dsp:sp modelId="{B4DF88B1-ABF9-4D86-886A-BAD284A4996F}">
      <dsp:nvSpPr>
        <dsp:cNvPr id="0" name=""/>
        <dsp:cNvSpPr/>
      </dsp:nvSpPr>
      <dsp:spPr>
        <a:xfrm rot="2142401">
          <a:off x="4710453" y="3022296"/>
          <a:ext cx="672455" cy="27290"/>
        </a:xfrm>
        <a:custGeom>
          <a:avLst/>
          <a:gdLst/>
          <a:ahLst/>
          <a:cxnLst/>
          <a:rect l="0" t="0" r="0" b="0"/>
          <a:pathLst>
            <a:path>
              <a:moveTo>
                <a:pt x="0" y="13645"/>
              </a:moveTo>
              <a:lnTo>
                <a:pt x="672455" y="13645"/>
              </a:lnTo>
            </a:path>
          </a:pathLst>
        </a:custGeom>
        <a:noFill/>
        <a:ln w="9525" cap="rnd" cmpd="sng" algn="ctr">
          <a:solidFill>
            <a:schemeClr val="accent3">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029869" y="3019129"/>
        <a:ext cx="33622" cy="33622"/>
      </dsp:txXfrm>
    </dsp:sp>
    <dsp:sp modelId="{A4C5E00F-755C-4B79-8B4C-07AA047F0801}">
      <dsp:nvSpPr>
        <dsp:cNvPr id="0" name=""/>
        <dsp:cNvSpPr/>
      </dsp:nvSpPr>
      <dsp:spPr>
        <a:xfrm>
          <a:off x="5319702" y="2890898"/>
          <a:ext cx="1365110" cy="682555"/>
        </a:xfrm>
        <a:prstGeom prst="roundRect">
          <a:avLst>
            <a:gd name="adj" fmla="val 10000"/>
          </a:avLst>
        </a:prstGeom>
        <a:blipFill rotWithShape="1">
          <a:blip xmlns:r="http://schemas.openxmlformats.org/officeDocument/2006/relationships" r:embed="rId1">
            <a:duotone>
              <a:schemeClr val="accent3">
                <a:hueOff val="0"/>
                <a:satOff val="0"/>
                <a:lumOff val="0"/>
                <a:alphaOff val="0"/>
                <a:tint val="98000"/>
                <a:lumMod val="102000"/>
              </a:schemeClr>
              <a:schemeClr val="accent3">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pl-PL" sz="1300" kern="1200"/>
            <a:t>Na żywo</a:t>
          </a:r>
          <a:endParaRPr lang="en-US" sz="1300" kern="1200"/>
        </a:p>
      </dsp:txBody>
      <dsp:txXfrm>
        <a:off x="5339693" y="2910889"/>
        <a:ext cx="1325128" cy="642573"/>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939484-728E-4CC1-92E6-100BEEAFFC4D}">
      <dsp:nvSpPr>
        <dsp:cNvPr id="0" name=""/>
        <dsp:cNvSpPr/>
      </dsp:nvSpPr>
      <dsp:spPr>
        <a:xfrm>
          <a:off x="631718" y="982"/>
          <a:ext cx="1817272" cy="1090363"/>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pl-PL" sz="1000" b="1" kern="1200"/>
            <a:t>compute_angle() - </a:t>
          </a:r>
          <a:r>
            <a:rPr lang="pl-PL" sz="1000" kern="1200"/>
            <a:t>Oblicza kąt pomiędzy trzema punktami </a:t>
          </a:r>
          <a:endParaRPr lang="en-US" sz="1000" kern="1200"/>
        </a:p>
      </dsp:txBody>
      <dsp:txXfrm>
        <a:off x="631718" y="982"/>
        <a:ext cx="1817272" cy="1090363"/>
      </dsp:txXfrm>
    </dsp:sp>
    <dsp:sp modelId="{07D7793B-3AD3-481F-BA4D-C85E5BA4052E}">
      <dsp:nvSpPr>
        <dsp:cNvPr id="0" name=""/>
        <dsp:cNvSpPr/>
      </dsp:nvSpPr>
      <dsp:spPr>
        <a:xfrm>
          <a:off x="2630718" y="982"/>
          <a:ext cx="1817272" cy="1090363"/>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pl-PL" sz="1000" b="1" kern="1200"/>
            <a:t>get_point() - </a:t>
          </a:r>
          <a:r>
            <a:rPr lang="pl-PL" sz="1000" kern="1200"/>
            <a:t>Pobiera współrzędne punktu i poziom pewności z wyniku modelu YOLO.</a:t>
          </a:r>
          <a:endParaRPr lang="en-US" sz="1000" kern="1200"/>
        </a:p>
      </dsp:txBody>
      <dsp:txXfrm>
        <a:off x="2630718" y="982"/>
        <a:ext cx="1817272" cy="1090363"/>
      </dsp:txXfrm>
    </dsp:sp>
    <dsp:sp modelId="{D07B7E3D-60E9-4ED7-B556-699F9ED9DBDB}">
      <dsp:nvSpPr>
        <dsp:cNvPr id="0" name=""/>
        <dsp:cNvSpPr/>
      </dsp:nvSpPr>
      <dsp:spPr>
        <a:xfrm>
          <a:off x="4629718" y="982"/>
          <a:ext cx="1817272" cy="1090363"/>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pl-PL" sz="1000" b="1" kern="1200"/>
            <a:t>is_plank_position() - </a:t>
          </a:r>
          <a:r>
            <a:rPr lang="pl-PL" sz="1000" kern="1200"/>
            <a:t>Sprawdza, czy zarejestrowane kąty ciała sugerują pozycję deski. </a:t>
          </a:r>
          <a:endParaRPr lang="en-US" sz="1000" kern="1200"/>
        </a:p>
      </dsp:txBody>
      <dsp:txXfrm>
        <a:off x="4629718" y="982"/>
        <a:ext cx="1817272" cy="1090363"/>
      </dsp:txXfrm>
    </dsp:sp>
    <dsp:sp modelId="{E2F0265D-EE1D-4A1D-8AF4-1917A62B4219}">
      <dsp:nvSpPr>
        <dsp:cNvPr id="0" name=""/>
        <dsp:cNvSpPr/>
      </dsp:nvSpPr>
      <dsp:spPr>
        <a:xfrm>
          <a:off x="6628718" y="982"/>
          <a:ext cx="1817272" cy="1090363"/>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pl-PL" sz="1000" b="1" kern="1200"/>
            <a:t>compute_body_tilt() - </a:t>
          </a:r>
          <a:r>
            <a:rPr lang="pl-PL" sz="1000" kern="1200"/>
            <a:t>Oblicza kąt nachylenia ciała (odcinek barki-biodra) względem osi poziomej X. </a:t>
          </a:r>
          <a:endParaRPr lang="en-US" sz="1000" kern="1200"/>
        </a:p>
      </dsp:txBody>
      <dsp:txXfrm>
        <a:off x="6628718" y="982"/>
        <a:ext cx="1817272" cy="1090363"/>
      </dsp:txXfrm>
    </dsp:sp>
    <dsp:sp modelId="{A538DAD6-E882-4D51-A3BF-1544927B84E5}">
      <dsp:nvSpPr>
        <dsp:cNvPr id="0" name=""/>
        <dsp:cNvSpPr/>
      </dsp:nvSpPr>
      <dsp:spPr>
        <a:xfrm>
          <a:off x="8627717" y="982"/>
          <a:ext cx="1817272" cy="1090363"/>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pl-PL" sz="1000" b="1" kern="1200"/>
            <a:t>is_body_horizontal() - </a:t>
          </a:r>
          <a:r>
            <a:rPr lang="pl-PL" sz="1000" kern="1200"/>
            <a:t>Sprawdza, czy obliczony w compute_body_tilt kąt (odchylenie) nie przekracza dopuszczalnej wartości</a:t>
          </a:r>
          <a:endParaRPr lang="en-US" sz="1000" kern="1200"/>
        </a:p>
      </dsp:txBody>
      <dsp:txXfrm>
        <a:off x="8627717" y="982"/>
        <a:ext cx="1817272" cy="1090363"/>
      </dsp:txXfrm>
    </dsp:sp>
    <dsp:sp modelId="{B6DAD212-EC13-4FB2-8E89-0967F3DFCB3B}">
      <dsp:nvSpPr>
        <dsp:cNvPr id="0" name=""/>
        <dsp:cNvSpPr/>
      </dsp:nvSpPr>
      <dsp:spPr>
        <a:xfrm>
          <a:off x="631718" y="1273073"/>
          <a:ext cx="1817272" cy="1090363"/>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pl-PL" sz="1000" b="1" kern="1200"/>
            <a:t>evaluate_plank() - </a:t>
          </a:r>
          <a:r>
            <a:rPr lang="pl-PL" sz="1000" kern="1200"/>
            <a:t>Porównuje każdy odczytany kąt ciała z limitami dla poprawnej deski </a:t>
          </a:r>
          <a:endParaRPr lang="en-US" sz="1000" kern="1200"/>
        </a:p>
      </dsp:txBody>
      <dsp:txXfrm>
        <a:off x="631718" y="1273073"/>
        <a:ext cx="1817272" cy="1090363"/>
      </dsp:txXfrm>
    </dsp:sp>
    <dsp:sp modelId="{0D71DDFC-6C9A-458A-8FDB-E67397CC7301}">
      <dsp:nvSpPr>
        <dsp:cNvPr id="0" name=""/>
        <dsp:cNvSpPr/>
      </dsp:nvSpPr>
      <dsp:spPr>
        <a:xfrm>
          <a:off x="2630718" y="1273073"/>
          <a:ext cx="1817272" cy="1090363"/>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pl-PL" sz="1000" b="1" kern="1200"/>
            <a:t>draw_hud()  - </a:t>
          </a:r>
          <a:r>
            <a:rPr lang="pl-PL" sz="1000" kern="1200"/>
            <a:t>Odpowiada za rendering interfejsu </a:t>
          </a:r>
          <a:endParaRPr lang="en-US" sz="1000" kern="1200"/>
        </a:p>
      </dsp:txBody>
      <dsp:txXfrm>
        <a:off x="2630718" y="1273073"/>
        <a:ext cx="1817272" cy="1090363"/>
      </dsp:txXfrm>
    </dsp:sp>
    <dsp:sp modelId="{91BD16A4-77D0-4C91-8A50-AAF40C50AE71}">
      <dsp:nvSpPr>
        <dsp:cNvPr id="0" name=""/>
        <dsp:cNvSpPr/>
      </dsp:nvSpPr>
      <dsp:spPr>
        <a:xfrm>
          <a:off x="4629718" y="1273073"/>
          <a:ext cx="1817272" cy="1090363"/>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pl-PL" sz="1000" b="1" kern="1200"/>
            <a:t>draw_angles_on_skeleton() - </a:t>
          </a:r>
          <a:r>
            <a:rPr lang="pl-PL" sz="1000" kern="1200"/>
            <a:t>Renderuje obliczone kąty w punktach załamań stawów</a:t>
          </a:r>
          <a:endParaRPr lang="en-US" sz="1000" kern="1200"/>
        </a:p>
      </dsp:txBody>
      <dsp:txXfrm>
        <a:off x="4629718" y="1273073"/>
        <a:ext cx="1817272" cy="1090363"/>
      </dsp:txXfrm>
    </dsp:sp>
    <dsp:sp modelId="{02901264-926A-4289-8DDF-A8ADF56378C1}">
      <dsp:nvSpPr>
        <dsp:cNvPr id="0" name=""/>
        <dsp:cNvSpPr/>
      </dsp:nvSpPr>
      <dsp:spPr>
        <a:xfrm>
          <a:off x="6628718" y="1273073"/>
          <a:ext cx="1817272" cy="1090363"/>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pl-PL" sz="1000" b="1" kern="1200"/>
            <a:t>get_source_from_menu() - </a:t>
          </a:r>
          <a:r>
            <a:rPr lang="pl-PL" sz="1000" kern="1200"/>
            <a:t>Proste menu tekstowe wywoływane w konsoli, które pozwala użytkownikowi wybrać źródło obrazu</a:t>
          </a:r>
          <a:endParaRPr lang="en-US" sz="1000" kern="1200"/>
        </a:p>
      </dsp:txBody>
      <dsp:txXfrm>
        <a:off x="6628718" y="1273073"/>
        <a:ext cx="1817272" cy="1090363"/>
      </dsp:txXfrm>
    </dsp:sp>
    <dsp:sp modelId="{785B5D60-3F6F-42AE-A6D0-E082994CBB3C}">
      <dsp:nvSpPr>
        <dsp:cNvPr id="0" name=""/>
        <dsp:cNvSpPr/>
      </dsp:nvSpPr>
      <dsp:spPr>
        <a:xfrm>
          <a:off x="8627717" y="1273073"/>
          <a:ext cx="1817272" cy="1090363"/>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pl-PL" sz="1000" b="1" kern="1200"/>
            <a:t>load_model() - </a:t>
          </a:r>
          <a:r>
            <a:rPr lang="pl-PL" sz="1000" kern="1200"/>
            <a:t>Ładuje i inicjalizuje model YOLO.</a:t>
          </a:r>
          <a:endParaRPr lang="en-US" sz="1000" kern="1200"/>
        </a:p>
      </dsp:txBody>
      <dsp:txXfrm>
        <a:off x="8627717" y="1273073"/>
        <a:ext cx="1817272" cy="1090363"/>
      </dsp:txXfrm>
    </dsp:sp>
    <dsp:sp modelId="{B124CFEE-7C3F-41B8-86F0-2A1692D6B9B0}">
      <dsp:nvSpPr>
        <dsp:cNvPr id="0" name=""/>
        <dsp:cNvSpPr/>
      </dsp:nvSpPr>
      <dsp:spPr>
        <a:xfrm>
          <a:off x="4629718" y="2545164"/>
          <a:ext cx="1817272" cy="1090363"/>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pl-PL" sz="1000" b="1" kern="1200"/>
            <a:t>calculate_roi() - </a:t>
          </a:r>
          <a:r>
            <a:rPr lang="pl-PL" sz="1000" kern="1200"/>
            <a:t>Oblicza, na podstawie wyznaczonego przez YOLO boxa otaczającego człowieka, obszar zwężony do analizy</a:t>
          </a:r>
          <a:endParaRPr lang="en-US" sz="1000" kern="1200"/>
        </a:p>
      </dsp:txBody>
      <dsp:txXfrm>
        <a:off x="4629718" y="2545164"/>
        <a:ext cx="1817272" cy="1090363"/>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D51D45-90F0-4547-B157-9BB73C979B51}">
      <dsp:nvSpPr>
        <dsp:cNvPr id="0" name=""/>
        <dsp:cNvSpPr/>
      </dsp:nvSpPr>
      <dsp:spPr>
        <a:xfrm>
          <a:off x="10247" y="79124"/>
          <a:ext cx="1153544" cy="111349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FC8126F-4390-4CB8-8FD9-9B8475393FE3}">
      <dsp:nvSpPr>
        <dsp:cNvPr id="0" name=""/>
        <dsp:cNvSpPr/>
      </dsp:nvSpPr>
      <dsp:spPr>
        <a:xfrm>
          <a:off x="10247" y="1381815"/>
          <a:ext cx="3295840" cy="4772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66750">
            <a:lnSpc>
              <a:spcPct val="100000"/>
            </a:lnSpc>
            <a:spcBef>
              <a:spcPct val="0"/>
            </a:spcBef>
            <a:spcAft>
              <a:spcPct val="35000"/>
            </a:spcAft>
            <a:buNone/>
            <a:defRPr b="1"/>
          </a:pPr>
          <a:r>
            <a:rPr lang="pl-PL" sz="1500" b="1" kern="1200" dirty="0" err="1"/>
            <a:t>CameraReader</a:t>
          </a:r>
          <a:r>
            <a:rPr lang="pl-PL" sz="1500" kern="1200" dirty="0"/>
            <a:t> (Wątek pomocniczy z </a:t>
          </a:r>
          <a:r>
            <a:rPr lang="pl-PL" sz="1500" kern="1200" dirty="0" err="1"/>
            <a:t>OpenCV</a:t>
          </a:r>
          <a:r>
            <a:rPr lang="pl-PL" sz="1500" kern="1200" dirty="0"/>
            <a:t>) :</a:t>
          </a:r>
          <a:endParaRPr lang="en-US" sz="1500" kern="1200" dirty="0"/>
        </a:p>
      </dsp:txBody>
      <dsp:txXfrm>
        <a:off x="10247" y="1381815"/>
        <a:ext cx="3295840" cy="477212"/>
      </dsp:txXfrm>
    </dsp:sp>
    <dsp:sp modelId="{76861DD8-B915-49F9-8E5B-698454C3744C}">
      <dsp:nvSpPr>
        <dsp:cNvPr id="0" name=""/>
        <dsp:cNvSpPr/>
      </dsp:nvSpPr>
      <dsp:spPr>
        <a:xfrm>
          <a:off x="10247" y="1947026"/>
          <a:ext cx="3295840" cy="25319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pl-PL" sz="1100" kern="1200"/>
            <a:t>__init__(): Tworzy nową instancję, ustawia referencję dla obiektu kamery (cap) z OpenCV.</a:t>
          </a:r>
          <a:endParaRPr lang="en-US" sz="1100" kern="1200"/>
        </a:p>
        <a:p>
          <a:pPr marL="0" lvl="0" indent="0" algn="l" defTabSz="488950">
            <a:lnSpc>
              <a:spcPct val="100000"/>
            </a:lnSpc>
            <a:spcBef>
              <a:spcPct val="0"/>
            </a:spcBef>
            <a:spcAft>
              <a:spcPct val="35000"/>
            </a:spcAft>
            <a:buNone/>
          </a:pPr>
          <a:r>
            <a:rPr lang="pl-PL" sz="1100" kern="1200"/>
            <a:t>run(): Funkcja w ciągłej pętli sczytująca klatki z bufora i nadpisująca starsze obrazy.</a:t>
          </a:r>
          <a:endParaRPr lang="en-US" sz="1100" kern="1200"/>
        </a:p>
        <a:p>
          <a:pPr marL="0" lvl="0" indent="0" algn="l" defTabSz="488950">
            <a:lnSpc>
              <a:spcPct val="100000"/>
            </a:lnSpc>
            <a:spcBef>
              <a:spcPct val="0"/>
            </a:spcBef>
            <a:spcAft>
              <a:spcPct val="35000"/>
            </a:spcAft>
            <a:buNone/>
          </a:pPr>
          <a:r>
            <a:rPr lang="pl-PL" sz="1100" kern="1200"/>
            <a:t>read): Metoda typu get zwracająca aktualną klatkę (z użyciem blokady threadingu dla bezpieczeństwa asynchronicznego).</a:t>
          </a:r>
          <a:endParaRPr lang="en-US" sz="1100" kern="1200"/>
        </a:p>
        <a:p>
          <a:pPr marL="0" lvl="0" indent="0" algn="l" defTabSz="488950">
            <a:lnSpc>
              <a:spcPct val="100000"/>
            </a:lnSpc>
            <a:spcBef>
              <a:spcPct val="0"/>
            </a:spcBef>
            <a:spcAft>
              <a:spcPct val="35000"/>
            </a:spcAft>
            <a:buNone/>
          </a:pPr>
          <a:r>
            <a:rPr lang="pl-PL" sz="1100" kern="1200"/>
            <a:t>stop(): Służy do zmiany pętli run() na fałsz, wyłączając proces czytania.</a:t>
          </a:r>
          <a:endParaRPr lang="en-US" sz="1100" kern="1200"/>
        </a:p>
      </dsp:txBody>
      <dsp:txXfrm>
        <a:off x="10247" y="1947026"/>
        <a:ext cx="3295840" cy="2531994"/>
      </dsp:txXfrm>
    </dsp:sp>
    <dsp:sp modelId="{AAC8FA5D-E583-4E2F-A122-58604EC95603}">
      <dsp:nvSpPr>
        <dsp:cNvPr id="0" name=""/>
        <dsp:cNvSpPr/>
      </dsp:nvSpPr>
      <dsp:spPr>
        <a:xfrm>
          <a:off x="3882860" y="79124"/>
          <a:ext cx="1153544" cy="111349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90A88DF-8A45-4693-9060-AC3E43A09056}">
      <dsp:nvSpPr>
        <dsp:cNvPr id="0" name=""/>
        <dsp:cNvSpPr/>
      </dsp:nvSpPr>
      <dsp:spPr>
        <a:xfrm>
          <a:off x="3882860" y="1381815"/>
          <a:ext cx="3295840" cy="4772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66750">
            <a:lnSpc>
              <a:spcPct val="100000"/>
            </a:lnSpc>
            <a:spcBef>
              <a:spcPct val="0"/>
            </a:spcBef>
            <a:spcAft>
              <a:spcPct val="35000"/>
            </a:spcAft>
            <a:buNone/>
            <a:defRPr b="1"/>
          </a:pPr>
          <a:r>
            <a:rPr lang="pl-PL" sz="1500" b="1" kern="1200" dirty="0" err="1"/>
            <a:t>MowcaBledow</a:t>
          </a:r>
          <a:r>
            <a:rPr lang="pl-PL" sz="1500" kern="1200" dirty="0"/>
            <a:t> (Zarządzanie syntezą głosu) :</a:t>
          </a:r>
          <a:endParaRPr lang="en-US" sz="1500" kern="1200" dirty="0"/>
        </a:p>
      </dsp:txBody>
      <dsp:txXfrm>
        <a:off x="3882860" y="1381815"/>
        <a:ext cx="3295840" cy="477212"/>
      </dsp:txXfrm>
    </dsp:sp>
    <dsp:sp modelId="{E65E8190-563B-4CF3-B6A4-9DE2C454EB86}">
      <dsp:nvSpPr>
        <dsp:cNvPr id="0" name=""/>
        <dsp:cNvSpPr/>
      </dsp:nvSpPr>
      <dsp:spPr>
        <a:xfrm>
          <a:off x="3882860" y="1947026"/>
          <a:ext cx="3295840" cy="25319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pl-PL" sz="1100" kern="1200"/>
            <a:t>__init__(): Buduje kolejkę komend i ładuje silnik pyttsx3, ustawiając optymalne prędkości odczytu i starając się wybrać polski język głosowy.</a:t>
          </a:r>
          <a:endParaRPr lang="en-US" sz="1100" kern="1200"/>
        </a:p>
        <a:p>
          <a:pPr marL="0" lvl="0" indent="0" algn="l" defTabSz="488950">
            <a:lnSpc>
              <a:spcPct val="100000"/>
            </a:lnSpc>
            <a:spcBef>
              <a:spcPct val="0"/>
            </a:spcBef>
            <a:spcAft>
              <a:spcPct val="35000"/>
            </a:spcAft>
            <a:buNone/>
          </a:pPr>
          <a:r>
            <a:rPr lang="pl-PL" sz="1100" kern="1200" dirty="0"/>
            <a:t>run(): Nieskończona pętla wewnątrz wątku odbierająca zdefiniowane słowa do wypowiedzenia i odpalająca czytający silnik syntezy (np. w przypadku wywołania błędów, mówi: "Wyprostuj biodra!").</a:t>
          </a:r>
          <a:endParaRPr lang="en-US" sz="1100" kern="1200" dirty="0"/>
        </a:p>
        <a:p>
          <a:pPr marL="0" lvl="0" indent="0" algn="l" defTabSz="488950">
            <a:lnSpc>
              <a:spcPct val="100000"/>
            </a:lnSpc>
            <a:spcBef>
              <a:spcPct val="0"/>
            </a:spcBef>
            <a:spcAft>
              <a:spcPct val="35000"/>
            </a:spcAft>
            <a:buNone/>
          </a:pPr>
          <a:r>
            <a:rPr lang="pl-PL" sz="1100" kern="1200"/>
            <a:t>zglos_bledy(): Logika określająca, które błędy podane z wejścia zignorować, by zapobiec nagromadzeniu tych samych dźwięków z każdej klatki (narzucając zdefiniowane ograniczenie czasowe dla danego komunikatu).</a:t>
          </a:r>
          <a:endParaRPr lang="en-US" sz="1100" kern="1200"/>
        </a:p>
        <a:p>
          <a:pPr marL="0" lvl="0" indent="0" algn="l" defTabSz="488950">
            <a:lnSpc>
              <a:spcPct val="100000"/>
            </a:lnSpc>
            <a:spcBef>
              <a:spcPct val="0"/>
            </a:spcBef>
            <a:spcAft>
              <a:spcPct val="35000"/>
            </a:spcAft>
            <a:buNone/>
          </a:pPr>
          <a:r>
            <a:rPr lang="pl-PL" sz="1100" kern="1200"/>
            <a:t>stop(): Przerywa i zamyka odczyt mowy.</a:t>
          </a:r>
          <a:endParaRPr lang="en-US" sz="1100" kern="1200"/>
        </a:p>
      </dsp:txBody>
      <dsp:txXfrm>
        <a:off x="3882860" y="1947026"/>
        <a:ext cx="3295840" cy="2531994"/>
      </dsp:txXfrm>
    </dsp:sp>
    <dsp:sp modelId="{AB22DC67-0C3A-4D96-9893-E60CC5487A3C}">
      <dsp:nvSpPr>
        <dsp:cNvPr id="0" name=""/>
        <dsp:cNvSpPr/>
      </dsp:nvSpPr>
      <dsp:spPr>
        <a:xfrm>
          <a:off x="7755473" y="79124"/>
          <a:ext cx="1153544" cy="111349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6979AF2-C0C8-4CC4-8346-E17B8790AB2B}">
      <dsp:nvSpPr>
        <dsp:cNvPr id="0" name=""/>
        <dsp:cNvSpPr/>
      </dsp:nvSpPr>
      <dsp:spPr>
        <a:xfrm>
          <a:off x="7755473" y="1381815"/>
          <a:ext cx="3295840" cy="4772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66750">
            <a:lnSpc>
              <a:spcPct val="100000"/>
            </a:lnSpc>
            <a:spcBef>
              <a:spcPct val="0"/>
            </a:spcBef>
            <a:spcAft>
              <a:spcPct val="35000"/>
            </a:spcAft>
            <a:buNone/>
            <a:defRPr b="1"/>
          </a:pPr>
          <a:r>
            <a:rPr lang="pl-PL" sz="1500" b="1" kern="1200"/>
            <a:t>SluchaczKomend</a:t>
          </a:r>
          <a:r>
            <a:rPr lang="pl-PL" sz="1500" kern="1200"/>
            <a:t> (Rozpoznawanie mowy) :</a:t>
          </a:r>
          <a:endParaRPr lang="en-US" sz="1500" kern="1200"/>
        </a:p>
      </dsp:txBody>
      <dsp:txXfrm>
        <a:off x="7755473" y="1381815"/>
        <a:ext cx="3295840" cy="477212"/>
      </dsp:txXfrm>
    </dsp:sp>
    <dsp:sp modelId="{8EF222B0-8D2E-43A1-94DF-E72EBBA399AD}">
      <dsp:nvSpPr>
        <dsp:cNvPr id="0" name=""/>
        <dsp:cNvSpPr/>
      </dsp:nvSpPr>
      <dsp:spPr>
        <a:xfrm>
          <a:off x="7755473" y="1947026"/>
          <a:ext cx="3295840" cy="25319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pl-PL" sz="1100" kern="1200" dirty="0"/>
            <a:t>__</a:t>
          </a:r>
          <a:r>
            <a:rPr lang="pl-PL" sz="1100" kern="1200" dirty="0" err="1"/>
            <a:t>init</a:t>
          </a:r>
          <a:r>
            <a:rPr lang="pl-PL" sz="1100" kern="1200" dirty="0"/>
            <a:t>__(): Inicjalizuje element nasłuchu z odpowiednim językiem i przypina tzw. Event() z modułu wątków – używany do wyzwalacza globalnego sygnału "zamknij".</a:t>
          </a:r>
          <a:endParaRPr lang="en-US" sz="1100" kern="1200" dirty="0"/>
        </a:p>
        <a:p>
          <a:pPr marL="0" lvl="0" indent="0" algn="l" defTabSz="488950">
            <a:lnSpc>
              <a:spcPct val="100000"/>
            </a:lnSpc>
            <a:spcBef>
              <a:spcPct val="0"/>
            </a:spcBef>
            <a:spcAft>
              <a:spcPct val="35000"/>
            </a:spcAft>
            <a:buNone/>
          </a:pPr>
          <a:r>
            <a:rPr lang="pl-PL" sz="1100" kern="1200" dirty="0"/>
            <a:t>run(): Oczekuje na frazy od użytkownika przechwytywane przez mikrofon i za pomocą silnika rozpoznawania w sieci bada powiązanie ze spisem zdefiniowanych zamykających fraz (SLOWA_STOP). Gdy wykryje odpowiednią komendę, przełącza stan programu na zakończony.</a:t>
          </a:r>
          <a:endParaRPr lang="en-US" sz="1100" kern="1200" dirty="0"/>
        </a:p>
        <a:p>
          <a:pPr marL="0" lvl="0" indent="0" algn="l" defTabSz="488950">
            <a:lnSpc>
              <a:spcPct val="100000"/>
            </a:lnSpc>
            <a:spcBef>
              <a:spcPct val="0"/>
            </a:spcBef>
            <a:spcAft>
              <a:spcPct val="35000"/>
            </a:spcAft>
            <a:buNone/>
          </a:pPr>
          <a:r>
            <a:rPr lang="pl-PL" sz="1100" kern="1200" dirty="0"/>
            <a:t>stop(): Zabija wątek słuchacza.</a:t>
          </a:r>
          <a:endParaRPr lang="en-US" sz="1100" kern="1200" dirty="0"/>
        </a:p>
      </dsp:txBody>
      <dsp:txXfrm>
        <a:off x="7755473" y="1947026"/>
        <a:ext cx="3295840" cy="253199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7.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8.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ajd tytułowy">
    <p:spTree>
      <p:nvGrpSpPr>
        <p:cNvPr id="1" name=""/>
        <p:cNvGrpSpPr/>
        <p:nvPr/>
      </p:nvGrpSpPr>
      <p:grpSpPr>
        <a:xfrm>
          <a:off x="0" y="0"/>
          <a:ext cx="0" cy="0"/>
          <a:chOff x="0" y="0"/>
          <a:chExt cx="0" cy="0"/>
        </a:xfrm>
      </p:grpSpPr>
      <p:sp>
        <p:nvSpPr>
          <p:cNvPr id="11" name="Freeform 6"/>
          <p:cNvSpPr/>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810001" y="1449147"/>
            <a:ext cx="10572000" cy="2971051"/>
          </a:xfrm>
        </p:spPr>
        <p:txBody>
          <a:bodyPr/>
          <a:lstStyle>
            <a:lvl1pPr>
              <a:defRPr sz="5400"/>
            </a:lvl1pPr>
          </a:lstStyle>
          <a:p>
            <a:r>
              <a:rPr lang="pl-PL"/>
              <a:t>Kliknij, aby edytować styl</a:t>
            </a:r>
            <a:endParaRPr lang="en-US" dirty="0"/>
          </a:p>
        </p:txBody>
      </p:sp>
      <p:sp>
        <p:nvSpPr>
          <p:cNvPr id="3" name="Subtitle 2"/>
          <p:cNvSpPr>
            <a:spLocks noGrp="1"/>
          </p:cNvSpPr>
          <p:nvPr>
            <p:ph type="subTitle" idx="1"/>
          </p:nvPr>
        </p:nvSpPr>
        <p:spPr>
          <a:xfrm>
            <a:off x="810001" y="5280847"/>
            <a:ext cx="10572000" cy="434974"/>
          </a:xfrm>
        </p:spPr>
        <p:txBody>
          <a:bodyPr anchor="t"/>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l-PL"/>
              <a:t>Kliknij, aby edytować styl wzorca podtytułu</a:t>
            </a:r>
            <a:endParaRPr lang="en-US" dirty="0"/>
          </a:p>
        </p:txBody>
      </p:sp>
      <p:sp>
        <p:nvSpPr>
          <p:cNvPr id="4" name="Date Placeholder 3"/>
          <p:cNvSpPr>
            <a:spLocks noGrp="1"/>
          </p:cNvSpPr>
          <p:nvPr>
            <p:ph type="dt" sz="half" idx="10"/>
          </p:nvPr>
        </p:nvSpPr>
        <p:spPr/>
        <p:txBody>
          <a:bodyPr/>
          <a:lstStyle/>
          <a:p>
            <a:fld id="{D80E5696-2C4C-4FD3-BD98-B29542B59EFD}" type="datetimeFigureOut">
              <a:rPr lang="pl-PL" smtClean="0"/>
              <a:t>17.06.2026</a:t>
            </a:fld>
            <a:endParaRPr lang="pl-PL"/>
          </a:p>
        </p:txBody>
      </p:sp>
      <p:sp>
        <p:nvSpPr>
          <p:cNvPr id="5" name="Footer Placeholder 4"/>
          <p:cNvSpPr>
            <a:spLocks noGrp="1"/>
          </p:cNvSpPr>
          <p:nvPr>
            <p:ph type="ftr" sz="quarter" idx="11"/>
          </p:nvPr>
        </p:nvSpPr>
        <p:spPr/>
        <p:txBody>
          <a:bodyPr/>
          <a:lstStyle/>
          <a:p>
            <a:endParaRPr lang="pl-PL"/>
          </a:p>
        </p:txBody>
      </p:sp>
      <p:sp>
        <p:nvSpPr>
          <p:cNvPr id="6" name="Slide Number Placeholder 5"/>
          <p:cNvSpPr>
            <a:spLocks noGrp="1"/>
          </p:cNvSpPr>
          <p:nvPr>
            <p:ph type="sldNum" sz="quarter" idx="12"/>
          </p:nvPr>
        </p:nvSpPr>
        <p:spPr/>
        <p:txBody>
          <a:bodyPr/>
          <a:lstStyle/>
          <a:p>
            <a:fld id="{0AA113EC-C0AD-4B6E-8BAE-054ABEEA1BA6}" type="slidenum">
              <a:rPr lang="pl-PL" smtClean="0"/>
              <a:t>‹#›</a:t>
            </a:fld>
            <a:endParaRPr lang="pl-PL"/>
          </a:p>
        </p:txBody>
      </p:sp>
    </p:spTree>
    <p:extLst>
      <p:ext uri="{BB962C8B-B14F-4D97-AF65-F5344CB8AC3E}">
        <p14:creationId xmlns:p14="http://schemas.microsoft.com/office/powerpoint/2010/main" val="2165465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11"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lstStyle/>
          <a:p>
            <a:r>
              <a:rPr lang="pl-PL"/>
              <a:t>Kliknij, aby edytować styl</a:t>
            </a:r>
            <a:endParaRPr lang="en-US" dirty="0"/>
          </a:p>
        </p:txBody>
      </p:sp>
      <p:sp>
        <p:nvSpPr>
          <p:cNvPr id="3" name="Content Placeholder 2"/>
          <p:cNvSpPr>
            <a:spLocks noGrp="1"/>
          </p:cNvSpPr>
          <p:nvPr>
            <p:ph idx="1"/>
          </p:nvPr>
        </p:nvSpPr>
        <p:spPr>
          <a:xfrm>
            <a:off x="818712" y="2222287"/>
            <a:ext cx="10554574" cy="3636511"/>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4" name="Date Placeholder 3"/>
          <p:cNvSpPr>
            <a:spLocks noGrp="1"/>
          </p:cNvSpPr>
          <p:nvPr>
            <p:ph type="dt" sz="half" idx="10"/>
          </p:nvPr>
        </p:nvSpPr>
        <p:spPr/>
        <p:txBody>
          <a:bodyPr/>
          <a:lstStyle/>
          <a:p>
            <a:fld id="{D80E5696-2C4C-4FD3-BD98-B29542B59EFD}" type="datetimeFigureOut">
              <a:rPr lang="pl-PL" smtClean="0"/>
              <a:t>17.06.2026</a:t>
            </a:fld>
            <a:endParaRPr lang="pl-PL"/>
          </a:p>
        </p:txBody>
      </p:sp>
      <p:sp>
        <p:nvSpPr>
          <p:cNvPr id="5" name="Footer Placeholder 4"/>
          <p:cNvSpPr>
            <a:spLocks noGrp="1"/>
          </p:cNvSpPr>
          <p:nvPr>
            <p:ph type="ftr" sz="quarter" idx="11"/>
          </p:nvPr>
        </p:nvSpPr>
        <p:spPr/>
        <p:txBody>
          <a:bodyPr/>
          <a:lstStyle/>
          <a:p>
            <a:endParaRPr lang="pl-PL"/>
          </a:p>
        </p:txBody>
      </p:sp>
      <p:sp>
        <p:nvSpPr>
          <p:cNvPr id="6" name="Slide Number Placeholder 5"/>
          <p:cNvSpPr>
            <a:spLocks noGrp="1"/>
          </p:cNvSpPr>
          <p:nvPr>
            <p:ph type="sldNum" sz="quarter" idx="12"/>
          </p:nvPr>
        </p:nvSpPr>
        <p:spPr/>
        <p:txBody>
          <a:bodyPr/>
          <a:lstStyle/>
          <a:p>
            <a:fld id="{0AA113EC-C0AD-4B6E-8BAE-054ABEEA1BA6}" type="slidenum">
              <a:rPr lang="pl-PL" smtClean="0"/>
              <a:t>‹#›</a:t>
            </a:fld>
            <a:endParaRPr lang="pl-PL"/>
          </a:p>
        </p:txBody>
      </p:sp>
    </p:spTree>
    <p:extLst>
      <p:ext uri="{BB962C8B-B14F-4D97-AF65-F5344CB8AC3E}">
        <p14:creationId xmlns:p14="http://schemas.microsoft.com/office/powerpoint/2010/main" val="3689452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Nagłówek sekcji">
    <p:spTree>
      <p:nvGrpSpPr>
        <p:cNvPr id="1" name=""/>
        <p:cNvGrpSpPr/>
        <p:nvPr/>
      </p:nvGrpSpPr>
      <p:grpSpPr>
        <a:xfrm>
          <a:off x="0" y="0"/>
          <a:ext cx="0" cy="0"/>
          <a:chOff x="0" y="0"/>
          <a:chExt cx="0" cy="0"/>
        </a:xfrm>
      </p:grpSpPr>
      <p:sp>
        <p:nvSpPr>
          <p:cNvPr id="10" name="Freeform 7"/>
          <p:cNvSpPr/>
          <p:nvPr/>
        </p:nvSpPr>
        <p:spPr bwMode="auto">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2951396"/>
            <a:ext cx="10561418" cy="1468800"/>
          </a:xfrm>
        </p:spPr>
        <p:txBody>
          <a:bodyPr anchor="b"/>
          <a:lstStyle>
            <a:lvl1pPr algn="r">
              <a:defRPr sz="4800" b="1" cap="none"/>
            </a:lvl1pPr>
          </a:lstStyle>
          <a:p>
            <a:r>
              <a:rPr lang="pl-PL"/>
              <a:t>Kliknij, aby edytować styl</a:t>
            </a:r>
            <a:endParaRPr lang="en-US" dirty="0"/>
          </a:p>
        </p:txBody>
      </p:sp>
      <p:sp>
        <p:nvSpPr>
          <p:cNvPr id="3" name="Text Placeholder 2"/>
          <p:cNvSpPr>
            <a:spLocks noGrp="1"/>
          </p:cNvSpPr>
          <p:nvPr>
            <p:ph type="body" idx="1"/>
          </p:nvPr>
        </p:nvSpPr>
        <p:spPr>
          <a:xfrm>
            <a:off x="810000" y="5281201"/>
            <a:ext cx="10561418" cy="433955"/>
          </a:xfrm>
        </p:spPr>
        <p:txBody>
          <a:bodyPr anchor="t">
            <a:no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l-PL"/>
              <a:t>Kliknij, aby edytować style wzorca tekstu</a:t>
            </a:r>
          </a:p>
        </p:txBody>
      </p:sp>
      <p:sp>
        <p:nvSpPr>
          <p:cNvPr id="4" name="Date Placeholder 3"/>
          <p:cNvSpPr>
            <a:spLocks noGrp="1"/>
          </p:cNvSpPr>
          <p:nvPr>
            <p:ph type="dt" sz="half" idx="10"/>
          </p:nvPr>
        </p:nvSpPr>
        <p:spPr/>
        <p:txBody>
          <a:bodyPr/>
          <a:lstStyle/>
          <a:p>
            <a:fld id="{D80E5696-2C4C-4FD3-BD98-B29542B59EFD}" type="datetimeFigureOut">
              <a:rPr lang="pl-PL" smtClean="0"/>
              <a:t>17.06.2026</a:t>
            </a:fld>
            <a:endParaRPr lang="pl-PL"/>
          </a:p>
        </p:txBody>
      </p:sp>
      <p:sp>
        <p:nvSpPr>
          <p:cNvPr id="5" name="Footer Placeholder 4"/>
          <p:cNvSpPr>
            <a:spLocks noGrp="1"/>
          </p:cNvSpPr>
          <p:nvPr>
            <p:ph type="ftr" sz="quarter" idx="11"/>
          </p:nvPr>
        </p:nvSpPr>
        <p:spPr/>
        <p:txBody>
          <a:bodyPr/>
          <a:lstStyle/>
          <a:p>
            <a:endParaRPr lang="pl-PL"/>
          </a:p>
        </p:txBody>
      </p:sp>
      <p:sp>
        <p:nvSpPr>
          <p:cNvPr id="6" name="Slide Number Placeholder 5"/>
          <p:cNvSpPr>
            <a:spLocks noGrp="1"/>
          </p:cNvSpPr>
          <p:nvPr>
            <p:ph type="sldNum" sz="quarter" idx="12"/>
          </p:nvPr>
        </p:nvSpPr>
        <p:spPr/>
        <p:txBody>
          <a:bodyPr/>
          <a:lstStyle/>
          <a:p>
            <a:fld id="{0AA113EC-C0AD-4B6E-8BAE-054ABEEA1BA6}" type="slidenum">
              <a:rPr lang="pl-PL" smtClean="0"/>
              <a:t>‹#›</a:t>
            </a:fld>
            <a:endParaRPr lang="pl-PL"/>
          </a:p>
        </p:txBody>
      </p:sp>
    </p:spTree>
    <p:extLst>
      <p:ext uri="{BB962C8B-B14F-4D97-AF65-F5344CB8AC3E}">
        <p14:creationId xmlns:p14="http://schemas.microsoft.com/office/powerpoint/2010/main" val="9513402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8"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pl-PL"/>
              <a:t>Kliknij, aby edytować styl</a:t>
            </a:r>
            <a:endParaRPr lang="en-US" dirty="0"/>
          </a:p>
        </p:txBody>
      </p:sp>
      <p:sp>
        <p:nvSpPr>
          <p:cNvPr id="3" name="Content Placeholder 2"/>
          <p:cNvSpPr>
            <a:spLocks noGrp="1"/>
          </p:cNvSpPr>
          <p:nvPr>
            <p:ph sz="half" idx="1"/>
          </p:nvPr>
        </p:nvSpPr>
        <p:spPr>
          <a:xfrm>
            <a:off x="818712" y="2222287"/>
            <a:ext cx="5185873" cy="3638763"/>
          </a:xfrm>
        </p:spPr>
        <p:txBody>
          <a:bodyPr>
            <a:normAutofit/>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4" name="Content Placeholder 3"/>
          <p:cNvSpPr>
            <a:spLocks noGrp="1"/>
          </p:cNvSpPr>
          <p:nvPr>
            <p:ph sz="half" idx="2"/>
          </p:nvPr>
        </p:nvSpPr>
        <p:spPr>
          <a:xfrm>
            <a:off x="6187415" y="2222287"/>
            <a:ext cx="5194583" cy="3638764"/>
          </a:xfrm>
        </p:spPr>
        <p:txBody>
          <a:bodyPr>
            <a:normAutofit/>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5" name="Date Placeholder 4"/>
          <p:cNvSpPr>
            <a:spLocks noGrp="1"/>
          </p:cNvSpPr>
          <p:nvPr>
            <p:ph type="dt" sz="half" idx="10"/>
          </p:nvPr>
        </p:nvSpPr>
        <p:spPr/>
        <p:txBody>
          <a:bodyPr/>
          <a:lstStyle/>
          <a:p>
            <a:fld id="{D80E5696-2C4C-4FD3-BD98-B29542B59EFD}" type="datetimeFigureOut">
              <a:rPr lang="pl-PL" smtClean="0"/>
              <a:t>17.06.2026</a:t>
            </a:fld>
            <a:endParaRPr lang="pl-PL"/>
          </a:p>
        </p:txBody>
      </p:sp>
      <p:sp>
        <p:nvSpPr>
          <p:cNvPr id="6" name="Footer Placeholder 5"/>
          <p:cNvSpPr>
            <a:spLocks noGrp="1"/>
          </p:cNvSpPr>
          <p:nvPr>
            <p:ph type="ftr" sz="quarter" idx="11"/>
          </p:nvPr>
        </p:nvSpPr>
        <p:spPr/>
        <p:txBody>
          <a:bodyPr/>
          <a:lstStyle/>
          <a:p>
            <a:endParaRPr lang="pl-PL"/>
          </a:p>
        </p:txBody>
      </p:sp>
      <p:sp>
        <p:nvSpPr>
          <p:cNvPr id="7" name="Slide Number Placeholder 6"/>
          <p:cNvSpPr>
            <a:spLocks noGrp="1"/>
          </p:cNvSpPr>
          <p:nvPr>
            <p:ph type="sldNum" sz="quarter" idx="12"/>
          </p:nvPr>
        </p:nvSpPr>
        <p:spPr/>
        <p:txBody>
          <a:bodyPr/>
          <a:lstStyle/>
          <a:p>
            <a:fld id="{0AA113EC-C0AD-4B6E-8BAE-054ABEEA1BA6}" type="slidenum">
              <a:rPr lang="pl-PL" smtClean="0"/>
              <a:t>‹#›</a:t>
            </a:fld>
            <a:endParaRPr lang="pl-PL"/>
          </a:p>
        </p:txBody>
      </p:sp>
    </p:spTree>
    <p:extLst>
      <p:ext uri="{BB962C8B-B14F-4D97-AF65-F5344CB8AC3E}">
        <p14:creationId xmlns:p14="http://schemas.microsoft.com/office/powerpoint/2010/main" val="25556034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ównanie">
    <p:spTree>
      <p:nvGrpSpPr>
        <p:cNvPr id="1" name=""/>
        <p:cNvGrpSpPr/>
        <p:nvPr/>
      </p:nvGrpSpPr>
      <p:grpSpPr>
        <a:xfrm>
          <a:off x="0" y="0"/>
          <a:ext cx="0" cy="0"/>
          <a:chOff x="0" y="0"/>
          <a:chExt cx="0" cy="0"/>
        </a:xfrm>
      </p:grpSpPr>
      <p:sp>
        <p:nvSpPr>
          <p:cNvPr id="10"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pl-PL"/>
              <a:t>Kliknij, aby edytować styl</a:t>
            </a:r>
            <a:endParaRPr lang="en-US" dirty="0"/>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7" name="Date Placeholder 6"/>
          <p:cNvSpPr>
            <a:spLocks noGrp="1"/>
          </p:cNvSpPr>
          <p:nvPr>
            <p:ph type="dt" sz="half" idx="10"/>
          </p:nvPr>
        </p:nvSpPr>
        <p:spPr/>
        <p:txBody>
          <a:bodyPr/>
          <a:lstStyle/>
          <a:p>
            <a:fld id="{D80E5696-2C4C-4FD3-BD98-B29542B59EFD}" type="datetimeFigureOut">
              <a:rPr lang="pl-PL" smtClean="0"/>
              <a:t>17.06.2026</a:t>
            </a:fld>
            <a:endParaRPr lang="pl-PL"/>
          </a:p>
        </p:txBody>
      </p:sp>
      <p:sp>
        <p:nvSpPr>
          <p:cNvPr id="8" name="Footer Placeholder 7"/>
          <p:cNvSpPr>
            <a:spLocks noGrp="1"/>
          </p:cNvSpPr>
          <p:nvPr>
            <p:ph type="ftr" sz="quarter" idx="11"/>
          </p:nvPr>
        </p:nvSpPr>
        <p:spPr/>
        <p:txBody>
          <a:bodyPr/>
          <a:lstStyle/>
          <a:p>
            <a:endParaRPr lang="pl-PL"/>
          </a:p>
        </p:txBody>
      </p:sp>
      <p:sp>
        <p:nvSpPr>
          <p:cNvPr id="9" name="Slide Number Placeholder 8"/>
          <p:cNvSpPr>
            <a:spLocks noGrp="1"/>
          </p:cNvSpPr>
          <p:nvPr>
            <p:ph type="sldNum" sz="quarter" idx="12"/>
          </p:nvPr>
        </p:nvSpPr>
        <p:spPr/>
        <p:txBody>
          <a:bodyPr/>
          <a:lstStyle/>
          <a:p>
            <a:fld id="{0AA113EC-C0AD-4B6E-8BAE-054ABEEA1BA6}" type="slidenum">
              <a:rPr lang="pl-PL" smtClean="0"/>
              <a:t>‹#›</a:t>
            </a:fld>
            <a:endParaRPr lang="pl-PL"/>
          </a:p>
        </p:txBody>
      </p:sp>
    </p:spTree>
    <p:extLst>
      <p:ext uri="{BB962C8B-B14F-4D97-AF65-F5344CB8AC3E}">
        <p14:creationId xmlns:p14="http://schemas.microsoft.com/office/powerpoint/2010/main" val="23898609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6"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pl-PL"/>
              <a:t>Kliknij, aby edytować styl</a:t>
            </a:r>
            <a:endParaRPr lang="en-US" dirty="0"/>
          </a:p>
        </p:txBody>
      </p:sp>
      <p:sp>
        <p:nvSpPr>
          <p:cNvPr id="3" name="Date Placeholder 2"/>
          <p:cNvSpPr>
            <a:spLocks noGrp="1"/>
          </p:cNvSpPr>
          <p:nvPr>
            <p:ph type="dt" sz="half" idx="10"/>
          </p:nvPr>
        </p:nvSpPr>
        <p:spPr/>
        <p:txBody>
          <a:bodyPr/>
          <a:lstStyle/>
          <a:p>
            <a:fld id="{D80E5696-2C4C-4FD3-BD98-B29542B59EFD}" type="datetimeFigureOut">
              <a:rPr lang="pl-PL" smtClean="0"/>
              <a:t>17.06.2026</a:t>
            </a:fld>
            <a:endParaRPr lang="pl-PL"/>
          </a:p>
        </p:txBody>
      </p:sp>
      <p:sp>
        <p:nvSpPr>
          <p:cNvPr id="4" name="Footer Placeholder 3"/>
          <p:cNvSpPr>
            <a:spLocks noGrp="1"/>
          </p:cNvSpPr>
          <p:nvPr>
            <p:ph type="ftr" sz="quarter" idx="11"/>
          </p:nvPr>
        </p:nvSpPr>
        <p:spPr/>
        <p:txBody>
          <a:bodyPr/>
          <a:lstStyle/>
          <a:p>
            <a:endParaRPr lang="pl-PL"/>
          </a:p>
        </p:txBody>
      </p:sp>
      <p:sp>
        <p:nvSpPr>
          <p:cNvPr id="5" name="Slide Number Placeholder 4"/>
          <p:cNvSpPr>
            <a:spLocks noGrp="1"/>
          </p:cNvSpPr>
          <p:nvPr>
            <p:ph type="sldNum" sz="quarter" idx="12"/>
          </p:nvPr>
        </p:nvSpPr>
        <p:spPr/>
        <p:txBody>
          <a:bodyPr/>
          <a:lstStyle/>
          <a:p>
            <a:fld id="{0AA113EC-C0AD-4B6E-8BAE-054ABEEA1BA6}" type="slidenum">
              <a:rPr lang="pl-PL" smtClean="0"/>
              <a:t>‹#›</a:t>
            </a:fld>
            <a:endParaRPr lang="pl-PL"/>
          </a:p>
        </p:txBody>
      </p:sp>
    </p:spTree>
    <p:extLst>
      <p:ext uri="{BB962C8B-B14F-4D97-AF65-F5344CB8AC3E}">
        <p14:creationId xmlns:p14="http://schemas.microsoft.com/office/powerpoint/2010/main" val="11461915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80E5696-2C4C-4FD3-BD98-B29542B59EFD}" type="datetimeFigureOut">
              <a:rPr lang="pl-PL" smtClean="0"/>
              <a:t>17.06.2026</a:t>
            </a:fld>
            <a:endParaRPr lang="pl-PL"/>
          </a:p>
        </p:txBody>
      </p:sp>
      <p:sp>
        <p:nvSpPr>
          <p:cNvPr id="3" name="Footer Placeholder 2"/>
          <p:cNvSpPr>
            <a:spLocks noGrp="1"/>
          </p:cNvSpPr>
          <p:nvPr>
            <p:ph type="ftr" sz="quarter" idx="11"/>
          </p:nvPr>
        </p:nvSpPr>
        <p:spPr/>
        <p:txBody>
          <a:bodyPr/>
          <a:lstStyle/>
          <a:p>
            <a:endParaRPr lang="pl-PL"/>
          </a:p>
        </p:txBody>
      </p:sp>
      <p:sp>
        <p:nvSpPr>
          <p:cNvPr id="4" name="Slide Number Placeholder 3"/>
          <p:cNvSpPr>
            <a:spLocks noGrp="1"/>
          </p:cNvSpPr>
          <p:nvPr>
            <p:ph type="sldNum" sz="quarter" idx="12"/>
          </p:nvPr>
        </p:nvSpPr>
        <p:spPr/>
        <p:txBody>
          <a:bodyPr/>
          <a:lstStyle/>
          <a:p>
            <a:fld id="{0AA113EC-C0AD-4B6E-8BAE-054ABEEA1BA6}" type="slidenum">
              <a:rPr lang="pl-PL" smtClean="0"/>
              <a:t>‹#›</a:t>
            </a:fld>
            <a:endParaRPr lang="pl-PL"/>
          </a:p>
        </p:txBody>
      </p:sp>
    </p:spTree>
    <p:extLst>
      <p:ext uri="{BB962C8B-B14F-4D97-AF65-F5344CB8AC3E}">
        <p14:creationId xmlns:p14="http://schemas.microsoft.com/office/powerpoint/2010/main" val="21557377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Zawartość z podpisem">
    <p:spTree>
      <p:nvGrpSpPr>
        <p:cNvPr id="1" name=""/>
        <p:cNvGrpSpPr/>
        <p:nvPr/>
      </p:nvGrpSpPr>
      <p:grpSpPr>
        <a:xfrm>
          <a:off x="0" y="0"/>
          <a:ext cx="0" cy="0"/>
          <a:chOff x="0" y="0"/>
          <a:chExt cx="0" cy="0"/>
        </a:xfrm>
      </p:grpSpPr>
      <p:sp>
        <p:nvSpPr>
          <p:cNvPr id="12" name="Freeform 6"/>
          <p:cNvSpPr>
            <a:spLocks noChangeAspect="1"/>
          </p:cNvSpPr>
          <p:nvPr/>
        </p:nvSpPr>
        <p:spPr bwMode="auto">
          <a:xfrm>
            <a:off x="1073151" y="446087"/>
            <a:ext cx="3547533" cy="1814651"/>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1618396"/>
          </a:xfrm>
        </p:spPr>
        <p:txBody>
          <a:bodyPr anchor="b"/>
          <a:lstStyle>
            <a:lvl1pPr algn="l">
              <a:defRPr sz="2000" b="1"/>
            </a:lvl1pPr>
          </a:lstStyle>
          <a:p>
            <a:r>
              <a:rPr lang="pl-PL"/>
              <a:t>Kliknij, aby edytować styl</a:t>
            </a:r>
            <a:endParaRPr lang="en-US" dirty="0"/>
          </a:p>
        </p:txBody>
      </p:sp>
      <p:sp>
        <p:nvSpPr>
          <p:cNvPr id="3" name="Content Placeholder 2"/>
          <p:cNvSpPr>
            <a:spLocks noGrp="1"/>
          </p:cNvSpPr>
          <p:nvPr>
            <p:ph idx="1"/>
          </p:nvPr>
        </p:nvSpPr>
        <p:spPr>
          <a:xfrm>
            <a:off x="4855633" y="446088"/>
            <a:ext cx="6252633" cy="5414963"/>
          </a:xfrm>
        </p:spPr>
        <p:txBody>
          <a:bodyPr>
            <a:normAutofit/>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4" name="Text Placeholder 3"/>
          <p:cNvSpPr>
            <a:spLocks noGrp="1"/>
          </p:cNvSpPr>
          <p:nvPr>
            <p:ph type="body" sz="half" idx="2"/>
          </p:nvPr>
        </p:nvSpPr>
        <p:spPr>
          <a:xfrm>
            <a:off x="1073151" y="2260738"/>
            <a:ext cx="3547533" cy="36003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Kliknij, aby edytować style wzorca tekstu</a:t>
            </a:r>
          </a:p>
        </p:txBody>
      </p:sp>
      <p:sp>
        <p:nvSpPr>
          <p:cNvPr id="5" name="Date Placeholder 4"/>
          <p:cNvSpPr>
            <a:spLocks noGrp="1"/>
          </p:cNvSpPr>
          <p:nvPr>
            <p:ph type="dt" sz="half" idx="10"/>
          </p:nvPr>
        </p:nvSpPr>
        <p:spPr/>
        <p:txBody>
          <a:bodyPr/>
          <a:lstStyle/>
          <a:p>
            <a:fld id="{D80E5696-2C4C-4FD3-BD98-B29542B59EFD}" type="datetimeFigureOut">
              <a:rPr lang="pl-PL" smtClean="0"/>
              <a:t>17.06.2026</a:t>
            </a:fld>
            <a:endParaRPr lang="pl-PL"/>
          </a:p>
        </p:txBody>
      </p:sp>
      <p:sp>
        <p:nvSpPr>
          <p:cNvPr id="6" name="Footer Placeholder 5"/>
          <p:cNvSpPr>
            <a:spLocks noGrp="1"/>
          </p:cNvSpPr>
          <p:nvPr>
            <p:ph type="ftr" sz="quarter" idx="11"/>
          </p:nvPr>
        </p:nvSpPr>
        <p:spPr/>
        <p:txBody>
          <a:bodyPr/>
          <a:lstStyle/>
          <a:p>
            <a:endParaRPr lang="pl-PL"/>
          </a:p>
        </p:txBody>
      </p:sp>
      <p:sp>
        <p:nvSpPr>
          <p:cNvPr id="7" name="Slide Number Placeholder 6"/>
          <p:cNvSpPr>
            <a:spLocks noGrp="1"/>
          </p:cNvSpPr>
          <p:nvPr>
            <p:ph type="sldNum" sz="quarter" idx="12"/>
          </p:nvPr>
        </p:nvSpPr>
        <p:spPr/>
        <p:txBody>
          <a:bodyPr/>
          <a:lstStyle/>
          <a:p>
            <a:fld id="{0AA113EC-C0AD-4B6E-8BAE-054ABEEA1BA6}" type="slidenum">
              <a:rPr lang="pl-PL" smtClean="0"/>
              <a:t>‹#›</a:t>
            </a:fld>
            <a:endParaRPr lang="pl-PL"/>
          </a:p>
        </p:txBody>
      </p:sp>
    </p:spTree>
    <p:extLst>
      <p:ext uri="{BB962C8B-B14F-4D97-AF65-F5344CB8AC3E}">
        <p14:creationId xmlns:p14="http://schemas.microsoft.com/office/powerpoint/2010/main" val="2999458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az z podpisem">
    <p:spTree>
      <p:nvGrpSpPr>
        <p:cNvPr id="1" name=""/>
        <p:cNvGrpSpPr/>
        <p:nvPr/>
      </p:nvGrpSpPr>
      <p:grpSpPr>
        <a:xfrm>
          <a:off x="0" y="0"/>
          <a:ext cx="0" cy="0"/>
          <a:chOff x="0" y="0"/>
          <a:chExt cx="0" cy="0"/>
        </a:xfrm>
      </p:grpSpPr>
      <p:sp>
        <p:nvSpPr>
          <p:cNvPr id="2" name="Title 1"/>
          <p:cNvSpPr>
            <a:spLocks noGrp="1"/>
          </p:cNvSpPr>
          <p:nvPr>
            <p:ph type="title"/>
          </p:nvPr>
        </p:nvSpPr>
        <p:spPr>
          <a:xfrm>
            <a:off x="814728" y="727522"/>
            <a:ext cx="4852988" cy="1617163"/>
          </a:xfrm>
        </p:spPr>
        <p:txBody>
          <a:bodyPr anchor="b">
            <a:normAutofit/>
          </a:bodyPr>
          <a:lstStyle>
            <a:lvl1pPr algn="l">
              <a:defRPr sz="2400" b="0"/>
            </a:lvl1pPr>
          </a:lstStyle>
          <a:p>
            <a:r>
              <a:rPr lang="pl-PL"/>
              <a:t>Kliknij, aby edytować styl</a:t>
            </a:r>
            <a:endParaRPr lang="en-US" dirty="0"/>
          </a:p>
        </p:txBody>
      </p:sp>
      <p:sp>
        <p:nvSpPr>
          <p:cNvPr id="9" name="Picture Placeholder 11"/>
          <p:cNvSpPr>
            <a:spLocks noGrp="1" noChangeAspect="1"/>
          </p:cNvSpPr>
          <p:nvPr>
            <p:ph type="pic" sz="quarter" idx="13"/>
          </p:nvPr>
        </p:nvSpPr>
        <p:spPr bwMode="auto">
          <a:xfrm>
            <a:off x="6098117" y="0"/>
            <a:ext cx="6093883" cy="68580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400"/>
            </a:lvl1pPr>
          </a:lstStyle>
          <a:p>
            <a:r>
              <a:rPr lang="pl-PL"/>
              <a:t>Kliknij ikonę, aby dodać obraz</a:t>
            </a:r>
            <a:endParaRPr lang="en-US" dirty="0"/>
          </a:p>
        </p:txBody>
      </p:sp>
      <p:sp>
        <p:nvSpPr>
          <p:cNvPr id="4" name="Text Placeholder 3"/>
          <p:cNvSpPr>
            <a:spLocks noGrp="1"/>
          </p:cNvSpPr>
          <p:nvPr>
            <p:ph type="body" sz="half" idx="2"/>
          </p:nvPr>
        </p:nvSpPr>
        <p:spPr>
          <a:xfrm>
            <a:off x="814728" y="2344684"/>
            <a:ext cx="4852988" cy="3516365"/>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Kliknij, aby edytować style wzorca tekstu</a:t>
            </a:r>
          </a:p>
        </p:txBody>
      </p:sp>
      <p:sp>
        <p:nvSpPr>
          <p:cNvPr id="5" name="Date Placeholder 4"/>
          <p:cNvSpPr>
            <a:spLocks noGrp="1"/>
          </p:cNvSpPr>
          <p:nvPr>
            <p:ph type="dt" sz="half" idx="10"/>
          </p:nvPr>
        </p:nvSpPr>
        <p:spPr>
          <a:xfrm>
            <a:off x="3885810" y="6041362"/>
            <a:ext cx="976879" cy="365125"/>
          </a:xfrm>
        </p:spPr>
        <p:txBody>
          <a:bodyPr/>
          <a:lstStyle/>
          <a:p>
            <a:fld id="{D80E5696-2C4C-4FD3-BD98-B29542B59EFD}" type="datetimeFigureOut">
              <a:rPr lang="pl-PL" smtClean="0"/>
              <a:t>17.06.2026</a:t>
            </a:fld>
            <a:endParaRPr lang="pl-PL"/>
          </a:p>
        </p:txBody>
      </p:sp>
      <p:sp>
        <p:nvSpPr>
          <p:cNvPr id="6" name="Footer Placeholder 5"/>
          <p:cNvSpPr>
            <a:spLocks noGrp="1"/>
          </p:cNvSpPr>
          <p:nvPr>
            <p:ph type="ftr" sz="quarter" idx="11"/>
          </p:nvPr>
        </p:nvSpPr>
        <p:spPr>
          <a:xfrm>
            <a:off x="590396" y="6041362"/>
            <a:ext cx="3295413" cy="365125"/>
          </a:xfrm>
        </p:spPr>
        <p:txBody>
          <a:bodyPr/>
          <a:lstStyle/>
          <a:p>
            <a:endParaRPr lang="pl-PL"/>
          </a:p>
        </p:txBody>
      </p:sp>
      <p:sp>
        <p:nvSpPr>
          <p:cNvPr id="7" name="Slide Number Placeholder 6"/>
          <p:cNvSpPr>
            <a:spLocks noGrp="1"/>
          </p:cNvSpPr>
          <p:nvPr>
            <p:ph type="sldNum" sz="quarter" idx="12"/>
          </p:nvPr>
        </p:nvSpPr>
        <p:spPr>
          <a:xfrm>
            <a:off x="4862689" y="5915888"/>
            <a:ext cx="1062155" cy="490599"/>
          </a:xfrm>
        </p:spPr>
        <p:txBody>
          <a:bodyPr/>
          <a:lstStyle/>
          <a:p>
            <a:fld id="{0AA113EC-C0AD-4B6E-8BAE-054ABEEA1BA6}" type="slidenum">
              <a:rPr lang="pl-PL" smtClean="0"/>
              <a:t>‹#›</a:t>
            </a:fld>
            <a:endParaRPr lang="pl-PL"/>
          </a:p>
        </p:txBody>
      </p:sp>
    </p:spTree>
    <p:extLst>
      <p:ext uri="{BB962C8B-B14F-4D97-AF65-F5344CB8AC3E}">
        <p14:creationId xmlns:p14="http://schemas.microsoft.com/office/powerpoint/2010/main" val="20856777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Obraz panoramiczny z podpisem">
    <p:spTree>
      <p:nvGrpSpPr>
        <p:cNvPr id="1" name=""/>
        <p:cNvGrpSpPr/>
        <p:nvPr/>
      </p:nvGrpSpPr>
      <p:grpSpPr>
        <a:xfrm>
          <a:off x="0" y="0"/>
          <a:ext cx="0" cy="0"/>
          <a:chOff x="0" y="0"/>
          <a:chExt cx="0" cy="0"/>
        </a:xfrm>
      </p:grpSpPr>
      <p:sp>
        <p:nvSpPr>
          <p:cNvPr id="2" name="Title 1"/>
          <p:cNvSpPr>
            <a:spLocks noGrp="1"/>
          </p:cNvSpPr>
          <p:nvPr>
            <p:ph type="title"/>
          </p:nvPr>
        </p:nvSpPr>
        <p:spPr>
          <a:xfrm>
            <a:off x="810000" y="4800600"/>
            <a:ext cx="10561418" cy="566738"/>
          </a:xfrm>
        </p:spPr>
        <p:txBody>
          <a:bodyPr anchor="b">
            <a:normAutofit/>
          </a:bodyPr>
          <a:lstStyle>
            <a:lvl1pPr algn="l">
              <a:defRPr sz="2400" b="0"/>
            </a:lvl1pPr>
          </a:lstStyle>
          <a:p>
            <a:r>
              <a:rPr lang="pl-PL"/>
              <a:t>Kliknij, aby edytować styl</a:t>
            </a:r>
            <a:endParaRPr lang="en-US" dirty="0"/>
          </a:p>
        </p:txBody>
      </p:sp>
      <p:sp>
        <p:nvSpPr>
          <p:cNvPr id="15" name="Picture Placeholder 14"/>
          <p:cNvSpPr>
            <a:spLocks noGrp="1" noChangeAspect="1"/>
          </p:cNvSpPr>
          <p:nvPr>
            <p:ph type="pic" sz="quarter" idx="13"/>
          </p:nvPr>
        </p:nvSpPr>
        <p:spPr bwMode="auto">
          <a:xfrm>
            <a:off x="0" y="0"/>
            <a:ext cx="12192000" cy="480060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600"/>
            </a:lvl1pPr>
          </a:lstStyle>
          <a:p>
            <a:r>
              <a:rPr lang="pl-PL"/>
              <a:t>Kliknij ikonę, aby dodać obraz</a:t>
            </a:r>
            <a:endParaRPr lang="en-US" dirty="0"/>
          </a:p>
        </p:txBody>
      </p:sp>
      <p:sp>
        <p:nvSpPr>
          <p:cNvPr id="4" name="Text Placeholder 3"/>
          <p:cNvSpPr>
            <a:spLocks noGrp="1"/>
          </p:cNvSpPr>
          <p:nvPr>
            <p:ph type="body" sz="half" idx="2"/>
          </p:nvPr>
        </p:nvSpPr>
        <p:spPr>
          <a:xfrm>
            <a:off x="810000" y="5367338"/>
            <a:ext cx="10561418"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Kliknij, aby edytować style wzorca tekstu</a:t>
            </a:r>
          </a:p>
        </p:txBody>
      </p:sp>
      <p:sp>
        <p:nvSpPr>
          <p:cNvPr id="5" name="Date Placeholder 4"/>
          <p:cNvSpPr>
            <a:spLocks noGrp="1"/>
          </p:cNvSpPr>
          <p:nvPr>
            <p:ph type="dt" sz="half" idx="10"/>
          </p:nvPr>
        </p:nvSpPr>
        <p:spPr/>
        <p:txBody>
          <a:bodyPr/>
          <a:lstStyle/>
          <a:p>
            <a:fld id="{D80E5696-2C4C-4FD3-BD98-B29542B59EFD}" type="datetimeFigureOut">
              <a:rPr lang="pl-PL" smtClean="0"/>
              <a:t>17.06.2026</a:t>
            </a:fld>
            <a:endParaRPr lang="pl-PL"/>
          </a:p>
        </p:txBody>
      </p:sp>
      <p:sp>
        <p:nvSpPr>
          <p:cNvPr id="6" name="Footer Placeholder 5"/>
          <p:cNvSpPr>
            <a:spLocks noGrp="1"/>
          </p:cNvSpPr>
          <p:nvPr>
            <p:ph type="ftr" sz="quarter" idx="11"/>
          </p:nvPr>
        </p:nvSpPr>
        <p:spPr/>
        <p:txBody>
          <a:bodyPr/>
          <a:lstStyle/>
          <a:p>
            <a:endParaRPr lang="pl-PL"/>
          </a:p>
        </p:txBody>
      </p:sp>
      <p:sp>
        <p:nvSpPr>
          <p:cNvPr id="7" name="Slide Number Placeholder 6"/>
          <p:cNvSpPr>
            <a:spLocks noGrp="1"/>
          </p:cNvSpPr>
          <p:nvPr>
            <p:ph type="sldNum" sz="quarter" idx="12"/>
          </p:nvPr>
        </p:nvSpPr>
        <p:spPr/>
        <p:txBody>
          <a:bodyPr/>
          <a:lstStyle/>
          <a:p>
            <a:fld id="{0AA113EC-C0AD-4B6E-8BAE-054ABEEA1BA6}" type="slidenum">
              <a:rPr lang="pl-PL" smtClean="0"/>
              <a:t>‹#›</a:t>
            </a:fld>
            <a:endParaRPr lang="pl-PL"/>
          </a:p>
        </p:txBody>
      </p:sp>
    </p:spTree>
    <p:extLst>
      <p:ext uri="{BB962C8B-B14F-4D97-AF65-F5344CB8AC3E}">
        <p14:creationId xmlns:p14="http://schemas.microsoft.com/office/powerpoint/2010/main" val="24326979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Oferta z podpisem">
    <p:spTree>
      <p:nvGrpSpPr>
        <p:cNvPr id="1" name=""/>
        <p:cNvGrpSpPr/>
        <p:nvPr/>
      </p:nvGrpSpPr>
      <p:grpSpPr>
        <a:xfrm>
          <a:off x="0" y="0"/>
          <a:ext cx="0" cy="0"/>
          <a:chOff x="0" y="0"/>
          <a:chExt cx="0" cy="0"/>
        </a:xfrm>
      </p:grpSpPr>
      <p:sp>
        <p:nvSpPr>
          <p:cNvPr id="8" name="Freeform 6"/>
          <p:cNvSpPr>
            <a:spLocks noChangeAspect="1"/>
          </p:cNvSpPr>
          <p:nvPr/>
        </p:nvSpPr>
        <p:spPr bwMode="auto">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b"/>
          <a:lstStyle>
            <a:lvl1pPr algn="l">
              <a:defRPr sz="4200" b="1" cap="none"/>
            </a:lvl1pPr>
          </a:lstStyle>
          <a:p>
            <a:r>
              <a:rPr lang="pl-PL"/>
              <a:t>Kliknij, aby edytować styl</a:t>
            </a:r>
            <a:endParaRPr lang="en-US" dirty="0"/>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l-PL"/>
              <a:t>Kliknij, aby edytować style wzorca tekstu</a:t>
            </a:r>
          </a:p>
        </p:txBody>
      </p:sp>
      <p:sp>
        <p:nvSpPr>
          <p:cNvPr id="9" name="Text Placeholder 5"/>
          <p:cNvSpPr>
            <a:spLocks noGrp="1"/>
          </p:cNvSpPr>
          <p:nvPr>
            <p:ph type="body" sz="quarter" idx="16"/>
          </p:nvPr>
        </p:nvSpPr>
        <p:spPr>
          <a:xfrm>
            <a:off x="7574642" y="1081456"/>
            <a:ext cx="3810001" cy="4075465"/>
          </a:xfrm>
        </p:spPr>
        <p:txBody>
          <a:bodyPr anchor="t"/>
          <a:lstStyle>
            <a:lvl1pPr marL="0" indent="0">
              <a:buFontTx/>
              <a:buNone/>
              <a:defRPr/>
            </a:lvl1pPr>
          </a:lstStyle>
          <a:p>
            <a:pPr lvl="0"/>
            <a:r>
              <a:rPr lang="pl-PL"/>
              <a:t>Kliknij, aby edytować style wzorca tekstu</a:t>
            </a:r>
          </a:p>
        </p:txBody>
      </p:sp>
      <p:sp>
        <p:nvSpPr>
          <p:cNvPr id="4" name="Date Placeholder 3"/>
          <p:cNvSpPr>
            <a:spLocks noGrp="1"/>
          </p:cNvSpPr>
          <p:nvPr>
            <p:ph type="dt" sz="half" idx="10"/>
          </p:nvPr>
        </p:nvSpPr>
        <p:spPr/>
        <p:txBody>
          <a:bodyPr/>
          <a:lstStyle/>
          <a:p>
            <a:fld id="{D80E5696-2C4C-4FD3-BD98-B29542B59EFD}" type="datetimeFigureOut">
              <a:rPr lang="pl-PL" smtClean="0"/>
              <a:t>17.06.2026</a:t>
            </a:fld>
            <a:endParaRPr lang="pl-PL"/>
          </a:p>
        </p:txBody>
      </p:sp>
      <p:sp>
        <p:nvSpPr>
          <p:cNvPr id="5" name="Footer Placeholder 4"/>
          <p:cNvSpPr>
            <a:spLocks noGrp="1"/>
          </p:cNvSpPr>
          <p:nvPr>
            <p:ph type="ftr" sz="quarter" idx="11"/>
          </p:nvPr>
        </p:nvSpPr>
        <p:spPr/>
        <p:txBody>
          <a:bodyPr/>
          <a:lstStyle/>
          <a:p>
            <a:endParaRPr lang="pl-PL"/>
          </a:p>
        </p:txBody>
      </p:sp>
      <p:sp>
        <p:nvSpPr>
          <p:cNvPr id="6" name="Slide Number Placeholder 5"/>
          <p:cNvSpPr>
            <a:spLocks noGrp="1"/>
          </p:cNvSpPr>
          <p:nvPr>
            <p:ph type="sldNum" sz="quarter" idx="12"/>
          </p:nvPr>
        </p:nvSpPr>
        <p:spPr/>
        <p:txBody>
          <a:bodyPr/>
          <a:lstStyle/>
          <a:p>
            <a:fld id="{0AA113EC-C0AD-4B6E-8BAE-054ABEEA1BA6}" type="slidenum">
              <a:rPr lang="pl-PL" smtClean="0"/>
              <a:t>‹#›</a:t>
            </a:fld>
            <a:endParaRPr lang="pl-PL"/>
          </a:p>
        </p:txBody>
      </p:sp>
    </p:spTree>
    <p:extLst>
      <p:ext uri="{BB962C8B-B14F-4D97-AF65-F5344CB8AC3E}">
        <p14:creationId xmlns:p14="http://schemas.microsoft.com/office/powerpoint/2010/main" val="18460657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Karta nazwy">
    <p:spTree>
      <p:nvGrpSpPr>
        <p:cNvPr id="1" name=""/>
        <p:cNvGrpSpPr/>
        <p:nvPr/>
      </p:nvGrpSpPr>
      <p:grpSpPr>
        <a:xfrm>
          <a:off x="0" y="0"/>
          <a:ext cx="0" cy="0"/>
          <a:chOff x="0" y="0"/>
          <a:chExt cx="0" cy="0"/>
        </a:xfrm>
      </p:grpSpPr>
      <p:sp>
        <p:nvSpPr>
          <p:cNvPr id="9" name="Freeform 6"/>
          <p:cNvSpPr>
            <a:spLocks noChangeAspect="1"/>
          </p:cNvSpPr>
          <p:nvPr/>
        </p:nvSpPr>
        <p:spPr bwMode="auto">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lstStyle>
            <a:lvl1pPr>
              <a:defRPr sz="3200"/>
            </a:lvl1pPr>
          </a:lstStyle>
          <a:p>
            <a:r>
              <a:rPr lang="pl-PL"/>
              <a:t>Kliknij, aby edytować styl</a:t>
            </a:r>
            <a:endParaRPr lang="en-US" dirty="0"/>
          </a:p>
        </p:txBody>
      </p:sp>
      <p:sp>
        <p:nvSpPr>
          <p:cNvPr id="6" name="Text Placeholder 5"/>
          <p:cNvSpPr>
            <a:spLocks noGrp="1"/>
          </p:cNvSpPr>
          <p:nvPr>
            <p:ph type="body" sz="quarter" idx="16"/>
          </p:nvPr>
        </p:nvSpPr>
        <p:spPr>
          <a:xfrm>
            <a:off x="6156000" y="2286000"/>
            <a:ext cx="4880300" cy="2295525"/>
          </a:xfrm>
        </p:spPr>
        <p:txBody>
          <a:bodyPr anchor="t"/>
          <a:lstStyle>
            <a:lvl1pPr marL="0" indent="0">
              <a:buFontTx/>
              <a:buNone/>
              <a:defRPr/>
            </a:lvl1pPr>
          </a:lstStyle>
          <a:p>
            <a:pPr lvl="0"/>
            <a:r>
              <a:rPr lang="pl-PL"/>
              <a:t>Kliknij, aby edytować style wzorca tekstu</a:t>
            </a:r>
          </a:p>
        </p:txBody>
      </p:sp>
      <p:sp>
        <p:nvSpPr>
          <p:cNvPr id="2" name="Date Placeholder 1"/>
          <p:cNvSpPr>
            <a:spLocks noGrp="1"/>
          </p:cNvSpPr>
          <p:nvPr>
            <p:ph type="dt" sz="half" idx="10"/>
          </p:nvPr>
        </p:nvSpPr>
        <p:spPr/>
        <p:txBody>
          <a:bodyPr/>
          <a:lstStyle/>
          <a:p>
            <a:fld id="{D80E5696-2C4C-4FD3-BD98-B29542B59EFD}" type="datetimeFigureOut">
              <a:rPr lang="pl-PL" smtClean="0"/>
              <a:t>17.06.2026</a:t>
            </a:fld>
            <a:endParaRPr lang="pl-PL"/>
          </a:p>
        </p:txBody>
      </p:sp>
      <p:sp>
        <p:nvSpPr>
          <p:cNvPr id="3" name="Footer Placeholder 2"/>
          <p:cNvSpPr>
            <a:spLocks noGrp="1"/>
          </p:cNvSpPr>
          <p:nvPr>
            <p:ph type="ftr" sz="quarter" idx="11"/>
          </p:nvPr>
        </p:nvSpPr>
        <p:spPr/>
        <p:txBody>
          <a:bodyPr/>
          <a:lstStyle/>
          <a:p>
            <a:endParaRPr lang="pl-PL"/>
          </a:p>
        </p:txBody>
      </p:sp>
      <p:sp>
        <p:nvSpPr>
          <p:cNvPr id="4" name="Slide Number Placeholder 3"/>
          <p:cNvSpPr>
            <a:spLocks noGrp="1"/>
          </p:cNvSpPr>
          <p:nvPr>
            <p:ph type="sldNum" sz="quarter" idx="12"/>
          </p:nvPr>
        </p:nvSpPr>
        <p:spPr/>
        <p:txBody>
          <a:bodyPr/>
          <a:lstStyle/>
          <a:p>
            <a:fld id="{0AA113EC-C0AD-4B6E-8BAE-054ABEEA1BA6}" type="slidenum">
              <a:rPr lang="pl-PL" smtClean="0"/>
              <a:t>‹#›</a:t>
            </a:fld>
            <a:endParaRPr lang="pl-PL"/>
          </a:p>
        </p:txBody>
      </p:sp>
    </p:spTree>
    <p:extLst>
      <p:ext uri="{BB962C8B-B14F-4D97-AF65-F5344CB8AC3E}">
        <p14:creationId xmlns:p14="http://schemas.microsoft.com/office/powerpoint/2010/main" val="16456624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ytuł i tekst pionowy">
    <p:spTree>
      <p:nvGrpSpPr>
        <p:cNvPr id="1" name=""/>
        <p:cNvGrpSpPr/>
        <p:nvPr/>
      </p:nvGrpSpPr>
      <p:grpSpPr>
        <a:xfrm>
          <a:off x="0" y="0"/>
          <a:ext cx="0" cy="0"/>
          <a:chOff x="0" y="0"/>
          <a:chExt cx="0" cy="0"/>
        </a:xfrm>
      </p:grpSpPr>
      <p:sp>
        <p:nvSpPr>
          <p:cNvPr id="7"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pl-PL"/>
              <a:t>Kliknij, aby edytować styl</a:t>
            </a:r>
            <a:endParaRPr lang="en-US" dirty="0"/>
          </a:p>
        </p:txBody>
      </p:sp>
      <p:sp>
        <p:nvSpPr>
          <p:cNvPr id="3" name="Vertical Text Placeholder 2"/>
          <p:cNvSpPr>
            <a:spLocks noGrp="1"/>
          </p:cNvSpPr>
          <p:nvPr>
            <p:ph type="body" orient="vert" idx="1"/>
          </p:nvPr>
        </p:nvSpPr>
        <p:spPr/>
        <p:txBody>
          <a:bodyPr vert="eaVert" ancho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4" name="Date Placeholder 3"/>
          <p:cNvSpPr>
            <a:spLocks noGrp="1"/>
          </p:cNvSpPr>
          <p:nvPr>
            <p:ph type="dt" sz="half" idx="10"/>
          </p:nvPr>
        </p:nvSpPr>
        <p:spPr/>
        <p:txBody>
          <a:bodyPr/>
          <a:lstStyle/>
          <a:p>
            <a:fld id="{D80E5696-2C4C-4FD3-BD98-B29542B59EFD}" type="datetimeFigureOut">
              <a:rPr lang="pl-PL" smtClean="0"/>
              <a:t>17.06.2026</a:t>
            </a:fld>
            <a:endParaRPr lang="pl-PL"/>
          </a:p>
        </p:txBody>
      </p:sp>
      <p:sp>
        <p:nvSpPr>
          <p:cNvPr id="5" name="Footer Placeholder 4"/>
          <p:cNvSpPr>
            <a:spLocks noGrp="1"/>
          </p:cNvSpPr>
          <p:nvPr>
            <p:ph type="ftr" sz="quarter" idx="11"/>
          </p:nvPr>
        </p:nvSpPr>
        <p:spPr/>
        <p:txBody>
          <a:bodyPr/>
          <a:lstStyle/>
          <a:p>
            <a:endParaRPr lang="pl-PL"/>
          </a:p>
        </p:txBody>
      </p:sp>
      <p:sp>
        <p:nvSpPr>
          <p:cNvPr id="6" name="Slide Number Placeholder 5"/>
          <p:cNvSpPr>
            <a:spLocks noGrp="1"/>
          </p:cNvSpPr>
          <p:nvPr>
            <p:ph type="sldNum" sz="quarter" idx="12"/>
          </p:nvPr>
        </p:nvSpPr>
        <p:spPr/>
        <p:txBody>
          <a:bodyPr/>
          <a:lstStyle/>
          <a:p>
            <a:fld id="{0AA113EC-C0AD-4B6E-8BAE-054ABEEA1BA6}" type="slidenum">
              <a:rPr lang="pl-PL" smtClean="0"/>
              <a:t>‹#›</a:t>
            </a:fld>
            <a:endParaRPr lang="pl-PL"/>
          </a:p>
        </p:txBody>
      </p:sp>
    </p:spTree>
    <p:extLst>
      <p:ext uri="{BB962C8B-B14F-4D97-AF65-F5344CB8AC3E}">
        <p14:creationId xmlns:p14="http://schemas.microsoft.com/office/powerpoint/2010/main" val="33751763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Tytuł pionowy i tekst">
    <p:spTree>
      <p:nvGrpSpPr>
        <p:cNvPr id="1" name=""/>
        <p:cNvGrpSpPr/>
        <p:nvPr/>
      </p:nvGrpSpPr>
      <p:grpSpPr>
        <a:xfrm>
          <a:off x="0" y="0"/>
          <a:ext cx="0" cy="0"/>
          <a:chOff x="0" y="0"/>
          <a:chExt cx="0" cy="0"/>
        </a:xfrm>
      </p:grpSpPr>
      <p:sp>
        <p:nvSpPr>
          <p:cNvPr id="12" name="Freeform 6"/>
          <p:cNvSpPr>
            <a:spLocks noChangeAspect="1"/>
          </p:cNvSpPr>
          <p:nvPr/>
        </p:nvSpPr>
        <p:spPr bwMode="auto">
          <a:xfrm>
            <a:off x="7669651" y="446089"/>
            <a:ext cx="4522349" cy="541496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2494791" cy="5134798"/>
          </a:xfrm>
        </p:spPr>
        <p:txBody>
          <a:bodyPr vert="eaVert"/>
          <a:lstStyle/>
          <a:p>
            <a:r>
              <a:rPr lang="pl-PL"/>
              <a:t>Kliknij, aby edytować styl</a:t>
            </a:r>
            <a:endParaRPr lang="en-US" dirty="0"/>
          </a:p>
        </p:txBody>
      </p:sp>
      <p:sp>
        <p:nvSpPr>
          <p:cNvPr id="3" name="Vertical Text Placeholder 2"/>
          <p:cNvSpPr>
            <a:spLocks noGrp="1"/>
          </p:cNvSpPr>
          <p:nvPr>
            <p:ph type="body" orient="vert" idx="1"/>
          </p:nvPr>
        </p:nvSpPr>
        <p:spPr>
          <a:xfrm>
            <a:off x="810001" y="446089"/>
            <a:ext cx="6611540" cy="5414962"/>
          </a:xfrm>
        </p:spPr>
        <p:txBody>
          <a:bodyPr vert="eaVert" ancho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4" name="Date Placeholder 3"/>
          <p:cNvSpPr>
            <a:spLocks noGrp="1"/>
          </p:cNvSpPr>
          <p:nvPr>
            <p:ph type="dt" sz="half" idx="10"/>
          </p:nvPr>
        </p:nvSpPr>
        <p:spPr/>
        <p:txBody>
          <a:bodyPr/>
          <a:lstStyle/>
          <a:p>
            <a:fld id="{D80E5696-2C4C-4FD3-BD98-B29542B59EFD}" type="datetimeFigureOut">
              <a:rPr lang="pl-PL" smtClean="0"/>
              <a:t>17.06.2026</a:t>
            </a:fld>
            <a:endParaRPr lang="pl-PL"/>
          </a:p>
        </p:txBody>
      </p:sp>
      <p:sp>
        <p:nvSpPr>
          <p:cNvPr id="5" name="Footer Placeholder 4"/>
          <p:cNvSpPr>
            <a:spLocks noGrp="1"/>
          </p:cNvSpPr>
          <p:nvPr>
            <p:ph type="ftr" sz="quarter" idx="11"/>
          </p:nvPr>
        </p:nvSpPr>
        <p:spPr/>
        <p:txBody>
          <a:bodyPr/>
          <a:lstStyle/>
          <a:p>
            <a:endParaRPr lang="pl-PL"/>
          </a:p>
        </p:txBody>
      </p:sp>
      <p:sp>
        <p:nvSpPr>
          <p:cNvPr id="6" name="Slide Number Placeholder 5"/>
          <p:cNvSpPr>
            <a:spLocks noGrp="1"/>
          </p:cNvSpPr>
          <p:nvPr>
            <p:ph type="sldNum" sz="quarter" idx="12"/>
          </p:nvPr>
        </p:nvSpPr>
        <p:spPr/>
        <p:txBody>
          <a:bodyPr/>
          <a:lstStyle/>
          <a:p>
            <a:fld id="{0AA113EC-C0AD-4B6E-8BAE-054ABEEA1BA6}" type="slidenum">
              <a:rPr lang="pl-PL" smtClean="0"/>
              <a:t>‹#›</a:t>
            </a:fld>
            <a:endParaRPr lang="pl-PL"/>
          </a:p>
        </p:txBody>
      </p:sp>
    </p:spTree>
    <p:extLst>
      <p:ext uri="{BB962C8B-B14F-4D97-AF65-F5344CB8AC3E}">
        <p14:creationId xmlns:p14="http://schemas.microsoft.com/office/powerpoint/2010/main" val="7568232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p>
            <a:r>
              <a:rPr lang="pl-PL"/>
              <a:t>Kliknij, aby edytować styl</a:t>
            </a:r>
            <a:endParaRPr lang="en-US" dirty="0"/>
          </a:p>
        </p:txBody>
      </p:sp>
      <p:sp>
        <p:nvSpPr>
          <p:cNvPr id="3" name="Text Placeholder 2"/>
          <p:cNvSpPr>
            <a:spLocks noGrp="1"/>
          </p:cNvSpPr>
          <p:nvPr>
            <p:ph type="body" idx="1"/>
          </p:nvPr>
        </p:nvSpPr>
        <p:spPr>
          <a:xfrm>
            <a:off x="810000" y="2184401"/>
            <a:ext cx="10563285" cy="3674397"/>
          </a:xfrm>
          <a:prstGeom prst="rect">
            <a:avLst/>
          </a:prstGeom>
          <a:effectLst>
            <a:outerShdw blurRad="50800" dir="14400000">
              <a:srgbClr val="000000">
                <a:alpha val="40000"/>
              </a:srgbClr>
            </a:outerShdw>
          </a:effectLst>
        </p:spPr>
        <p:txBody>
          <a:bodyPr vert="horz" lIns="91440" tIns="45720" rIns="91440" bIns="45720" rtlCol="0" anchor="ctr">
            <a:normAutofit/>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endParaRPr lang="pl-PL"/>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D80E5696-2C4C-4FD3-BD98-B29542B59EFD}" type="datetimeFigureOut">
              <a:rPr lang="pl-PL" smtClean="0"/>
              <a:t>17.06.2026</a:t>
            </a:fld>
            <a:endParaRPr lang="pl-PL"/>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0AA113EC-C0AD-4B6E-8BAE-054ABEEA1BA6}" type="slidenum">
              <a:rPr lang="pl-PL" smtClean="0"/>
              <a:t>‹#›</a:t>
            </a:fld>
            <a:endParaRPr lang="pl-PL"/>
          </a:p>
        </p:txBody>
      </p:sp>
    </p:spTree>
    <p:extLst>
      <p:ext uri="{BB962C8B-B14F-4D97-AF65-F5344CB8AC3E}">
        <p14:creationId xmlns:p14="http://schemas.microsoft.com/office/powerpoint/2010/main" val="3866119413"/>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Lst>
  <p:txStyles>
    <p:titleStyle>
      <a:lvl1pPr algn="l" defTabSz="457200" rtl="0" eaLnBrk="1" latinLnBrk="0" hangingPunct="1">
        <a:spcBef>
          <a:spcPct val="0"/>
        </a:spcBef>
        <a:buNone/>
        <a:defRPr sz="4000" b="1" kern="1200">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2.png"/><Relationship Id="rId1" Type="http://schemas.openxmlformats.org/officeDocument/2006/relationships/slideLayout" Target="../slideLayouts/slideLayout4.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Obraz 3" descr="Jak sztuczna inteligencja zmienia zawód trenera personalnego? - AI o AI">
            <a:extLst>
              <a:ext uri="{FF2B5EF4-FFF2-40B4-BE49-F238E27FC236}">
                <a16:creationId xmlns:a16="http://schemas.microsoft.com/office/drawing/2014/main" id="{8AE4B8E6-8D07-DBA4-E1F0-F289B8B3F4CE}"/>
              </a:ext>
            </a:extLst>
          </p:cNvPr>
          <p:cNvPicPr>
            <a:picLocks noChangeAspect="1"/>
          </p:cNvPicPr>
          <p:nvPr/>
        </p:nvPicPr>
        <p:blipFill>
          <a:blip r:embed="rId2"/>
          <a:srcRect b="15730"/>
          <a:stretch>
            <a:fillRect/>
          </a:stretch>
        </p:blipFill>
        <p:spPr>
          <a:xfrm>
            <a:off x="30480" y="10"/>
            <a:ext cx="12191999" cy="6857990"/>
          </a:xfrm>
          <a:prstGeom prst="rect">
            <a:avLst/>
          </a:prstGeom>
        </p:spPr>
      </p:pic>
      <p:sp>
        <p:nvSpPr>
          <p:cNvPr id="2" name="Tytuł 1">
            <a:extLst>
              <a:ext uri="{FF2B5EF4-FFF2-40B4-BE49-F238E27FC236}">
                <a16:creationId xmlns:a16="http://schemas.microsoft.com/office/drawing/2014/main" id="{CDC3F32E-C0D6-1754-8879-014C8B05C0DD}"/>
              </a:ext>
            </a:extLst>
          </p:cNvPr>
          <p:cNvSpPr>
            <a:spLocks noGrp="1"/>
          </p:cNvSpPr>
          <p:nvPr>
            <p:ph type="ctrTitle"/>
          </p:nvPr>
        </p:nvSpPr>
        <p:spPr>
          <a:xfrm>
            <a:off x="1097280" y="325550"/>
            <a:ext cx="10058400" cy="3574778"/>
          </a:xfrm>
          <a:effectLst>
            <a:outerShdw blurRad="50800" dist="38100" dir="2700000" algn="tl" rotWithShape="0">
              <a:prstClr val="black">
                <a:alpha val="40000"/>
              </a:prstClr>
            </a:outerShdw>
          </a:effectLst>
        </p:spPr>
        <p:txBody>
          <a:bodyPr>
            <a:normAutofit/>
          </a:bodyPr>
          <a:lstStyle/>
          <a:p>
            <a:r>
              <a:rPr lang="pl-PL" sz="5200" dirty="0" err="1">
                <a:solidFill>
                  <a:srgbClr val="FFFFFF"/>
                </a:solidFill>
              </a:rPr>
              <a:t>Cyber</a:t>
            </a:r>
            <a:r>
              <a:rPr lang="pl-PL" sz="5200" dirty="0">
                <a:solidFill>
                  <a:srgbClr val="FFFFFF"/>
                </a:solidFill>
              </a:rPr>
              <a:t>-Trener „</a:t>
            </a:r>
            <a:r>
              <a:rPr lang="pl-PL" sz="5200" dirty="0" err="1">
                <a:solidFill>
                  <a:srgbClr val="FFFFFF"/>
                </a:solidFill>
              </a:rPr>
              <a:t>Plank</a:t>
            </a:r>
            <a:r>
              <a:rPr lang="pl-PL" sz="5200" dirty="0">
                <a:solidFill>
                  <a:srgbClr val="FFFFFF"/>
                </a:solidFill>
              </a:rPr>
              <a:t> Master”</a:t>
            </a:r>
          </a:p>
        </p:txBody>
      </p:sp>
      <p:sp>
        <p:nvSpPr>
          <p:cNvPr id="3" name="Podtytuł 2">
            <a:extLst>
              <a:ext uri="{FF2B5EF4-FFF2-40B4-BE49-F238E27FC236}">
                <a16:creationId xmlns:a16="http://schemas.microsoft.com/office/drawing/2014/main" id="{4F4AD199-B4EF-AF62-F2CD-BE868C550239}"/>
              </a:ext>
            </a:extLst>
          </p:cNvPr>
          <p:cNvSpPr>
            <a:spLocks noGrp="1"/>
          </p:cNvSpPr>
          <p:nvPr>
            <p:ph type="subTitle" idx="1"/>
          </p:nvPr>
        </p:nvSpPr>
        <p:spPr>
          <a:xfrm>
            <a:off x="1100051" y="4072043"/>
            <a:ext cx="10058400" cy="1282707"/>
          </a:xfrm>
          <a:effectLst>
            <a:outerShdw blurRad="50800" dist="38100" dir="2700000" algn="tl" rotWithShape="0">
              <a:prstClr val="black">
                <a:alpha val="40000"/>
              </a:prstClr>
            </a:outerShdw>
          </a:effectLst>
        </p:spPr>
        <p:txBody>
          <a:bodyPr>
            <a:normAutofit fontScale="92500"/>
          </a:bodyPr>
          <a:lstStyle/>
          <a:p>
            <a:pPr algn="ctr"/>
            <a:r>
              <a:rPr lang="pl-PL" sz="2200" b="1" dirty="0">
                <a:solidFill>
                  <a:srgbClr val="FFFFFF"/>
                </a:solidFill>
              </a:rPr>
              <a:t>Patryk Świerczyńsk 255740</a:t>
            </a:r>
          </a:p>
          <a:p>
            <a:pPr algn="ctr"/>
            <a:r>
              <a:rPr lang="pl-PL" sz="2200" b="1" dirty="0">
                <a:solidFill>
                  <a:srgbClr val="FFFFFF"/>
                </a:solidFill>
              </a:rPr>
              <a:t>Michał Żak 255743</a:t>
            </a:r>
          </a:p>
          <a:p>
            <a:pPr algn="ctr"/>
            <a:r>
              <a:rPr lang="pl-PL" sz="2200" b="1" dirty="0">
                <a:solidFill>
                  <a:srgbClr val="FFFFFF"/>
                </a:solidFill>
              </a:rPr>
              <a:t>Filip Banaszczyk 255559</a:t>
            </a:r>
          </a:p>
        </p:txBody>
      </p:sp>
    </p:spTree>
    <p:extLst>
      <p:ext uri="{BB962C8B-B14F-4D97-AF65-F5344CB8AC3E}">
        <p14:creationId xmlns:p14="http://schemas.microsoft.com/office/powerpoint/2010/main" val="3911437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500"/>
                                  </p:stCondLst>
                                  <p:iterate>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7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1500"/>
                                  </p:stCondLst>
                                  <p:iterate>
                                    <p:tmPct val="10000"/>
                                  </p:iterate>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7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964E2AB-69DD-1C1C-DE4A-F21ED4DFE264}"/>
              </a:ext>
            </a:extLst>
          </p:cNvPr>
          <p:cNvSpPr>
            <a:spLocks noGrp="1"/>
          </p:cNvSpPr>
          <p:nvPr>
            <p:ph type="title"/>
          </p:nvPr>
        </p:nvSpPr>
        <p:spPr>
          <a:xfrm>
            <a:off x="5894962" y="479493"/>
            <a:ext cx="5458838" cy="1325563"/>
          </a:xfrm>
        </p:spPr>
        <p:txBody>
          <a:bodyPr>
            <a:normAutofit/>
          </a:bodyPr>
          <a:lstStyle/>
          <a:p>
            <a:r>
              <a:rPr lang="pl-PL"/>
              <a:t>Czym się zajmuje ?</a:t>
            </a:r>
            <a:endParaRPr lang="pl-PL" dirty="0"/>
          </a:p>
        </p:txBody>
      </p:sp>
      <p:sp>
        <p:nvSpPr>
          <p:cNvPr id="3" name="Symbol zastępczy zawartości 2">
            <a:extLst>
              <a:ext uri="{FF2B5EF4-FFF2-40B4-BE49-F238E27FC236}">
                <a16:creationId xmlns:a16="http://schemas.microsoft.com/office/drawing/2014/main" id="{C6F3F4B5-4FE1-B280-E86F-44E656CEE288}"/>
              </a:ext>
            </a:extLst>
          </p:cNvPr>
          <p:cNvSpPr>
            <a:spLocks noGrp="1"/>
          </p:cNvSpPr>
          <p:nvPr>
            <p:ph idx="1"/>
          </p:nvPr>
        </p:nvSpPr>
        <p:spPr>
          <a:xfrm>
            <a:off x="6096000" y="3057099"/>
            <a:ext cx="4917743" cy="2429301"/>
          </a:xfrm>
        </p:spPr>
        <p:txBody>
          <a:bodyPr>
            <a:normAutofit/>
          </a:bodyPr>
          <a:lstStyle/>
          <a:p>
            <a:pPr marL="0" indent="0">
              <a:buNone/>
            </a:pPr>
            <a:r>
              <a:rPr lang="pl-PL" dirty="0"/>
              <a:t>Celem </a:t>
            </a:r>
            <a:r>
              <a:rPr lang="pl-PL" dirty="0" err="1"/>
              <a:t>cyber</a:t>
            </a:r>
            <a:r>
              <a:rPr lang="pl-PL" dirty="0"/>
              <a:t>-trenera jest poprawianie podstawowych błędów podczas wykonywania ćwiczenia zwanego „deską” (z angielskiego „</a:t>
            </a:r>
            <a:r>
              <a:rPr lang="pl-PL" dirty="0" err="1"/>
              <a:t>plank</a:t>
            </a:r>
            <a:r>
              <a:rPr lang="pl-PL" dirty="0"/>
              <a:t>”)</a:t>
            </a:r>
          </a:p>
        </p:txBody>
      </p:sp>
      <p:pic>
        <p:nvPicPr>
          <p:cNvPr id="4" name="Obraz 3" descr="Plank czyli deska | Zabiegana Mama">
            <a:extLst>
              <a:ext uri="{FF2B5EF4-FFF2-40B4-BE49-F238E27FC236}">
                <a16:creationId xmlns:a16="http://schemas.microsoft.com/office/drawing/2014/main" id="{E6F43FBD-8253-8309-4412-6EAE916862B2}"/>
              </a:ext>
            </a:extLst>
          </p:cNvPr>
          <p:cNvPicPr>
            <a:picLocks noChangeAspect="1"/>
          </p:cNvPicPr>
          <p:nvPr/>
        </p:nvPicPr>
        <p:blipFill>
          <a:blip r:embed="rId2"/>
          <a:stretch>
            <a:fillRect/>
          </a:stretch>
        </p:blipFill>
        <p:spPr>
          <a:xfrm>
            <a:off x="703182" y="955437"/>
            <a:ext cx="4777381" cy="4777381"/>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Tree>
    <p:extLst>
      <p:ext uri="{BB962C8B-B14F-4D97-AF65-F5344CB8AC3E}">
        <p14:creationId xmlns:p14="http://schemas.microsoft.com/office/powerpoint/2010/main" val="4976718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E934FFA-AF53-EA7F-5CC5-CB68B9B190EE}"/>
              </a:ext>
            </a:extLst>
          </p:cNvPr>
          <p:cNvSpPr>
            <a:spLocks noGrp="1"/>
          </p:cNvSpPr>
          <p:nvPr>
            <p:ph type="title"/>
          </p:nvPr>
        </p:nvSpPr>
        <p:spPr>
          <a:xfrm>
            <a:off x="946520" y="396117"/>
            <a:ext cx="10144043" cy="1158857"/>
          </a:xfrm>
        </p:spPr>
        <p:txBody>
          <a:bodyPr anchor="b">
            <a:normAutofit/>
          </a:bodyPr>
          <a:lstStyle/>
          <a:p>
            <a:pPr algn="ctr"/>
            <a:r>
              <a:rPr lang="pl-PL" sz="3700" dirty="0">
                <a:solidFill>
                  <a:schemeClr val="tx1"/>
                </a:solidFill>
              </a:rPr>
              <a:t>Dlaczego akurat „</a:t>
            </a:r>
            <a:r>
              <a:rPr lang="pl-PL" sz="3700" dirty="0" err="1">
                <a:solidFill>
                  <a:schemeClr val="tx1"/>
                </a:solidFill>
              </a:rPr>
              <a:t>Plank</a:t>
            </a:r>
            <a:r>
              <a:rPr lang="pl-PL" sz="3700" dirty="0">
                <a:solidFill>
                  <a:schemeClr val="tx1"/>
                </a:solidFill>
              </a:rPr>
              <a:t>” ?</a:t>
            </a:r>
          </a:p>
        </p:txBody>
      </p:sp>
      <p:sp>
        <p:nvSpPr>
          <p:cNvPr id="3" name="Symbol zastępczy zawartości 2">
            <a:extLst>
              <a:ext uri="{FF2B5EF4-FFF2-40B4-BE49-F238E27FC236}">
                <a16:creationId xmlns:a16="http://schemas.microsoft.com/office/drawing/2014/main" id="{62F075BB-58E0-B75F-F80E-7842898EC786}"/>
              </a:ext>
            </a:extLst>
          </p:cNvPr>
          <p:cNvSpPr>
            <a:spLocks noGrp="1"/>
          </p:cNvSpPr>
          <p:nvPr>
            <p:ph idx="1"/>
          </p:nvPr>
        </p:nvSpPr>
        <p:spPr>
          <a:xfrm>
            <a:off x="946520" y="1747592"/>
            <a:ext cx="5217173" cy="4351338"/>
          </a:xfrm>
        </p:spPr>
        <p:txBody>
          <a:bodyPr>
            <a:normAutofit/>
          </a:bodyPr>
          <a:lstStyle/>
          <a:p>
            <a:pPr marL="0" indent="0">
              <a:buNone/>
            </a:pPr>
            <a:r>
              <a:rPr lang="pl-PL" sz="2400" dirty="0"/>
              <a:t>Choć „</a:t>
            </a:r>
            <a:r>
              <a:rPr lang="pl-PL" sz="2400" dirty="0" err="1"/>
              <a:t>plank</a:t>
            </a:r>
            <a:r>
              <a:rPr lang="pl-PL" sz="2400" dirty="0"/>
              <a:t>” jest powszechnie uznawany za podstawowe ćwiczenie, osoby zaczynające przygodę ze sportem często wykonują je nieprawidłowo. Prawidłowa technika tego ćwiczenia stanowi fundament stabilizacji ciała, co jest niezbędnym krokiem przed przystąpieniem do bardziej wymagających treningów</a:t>
            </a:r>
          </a:p>
        </p:txBody>
      </p:sp>
      <p:pic>
        <p:nvPicPr>
          <p:cNvPr id="4" name="Obraz 3" descr="Plank Przodem: Przewodnik po Ćwiczeniach, Wideo, Techniki, Korzyści, Jak  Wykonać, Zaangażowane Mięśnie, Porady i Triki | Fitwill">
            <a:extLst>
              <a:ext uri="{FF2B5EF4-FFF2-40B4-BE49-F238E27FC236}">
                <a16:creationId xmlns:a16="http://schemas.microsoft.com/office/drawing/2014/main" id="{E2E3A140-8971-1884-6AC2-CC72A56A0A94}"/>
              </a:ext>
            </a:extLst>
          </p:cNvPr>
          <p:cNvPicPr>
            <a:picLocks noChangeAspect="1"/>
          </p:cNvPicPr>
          <p:nvPr/>
        </p:nvPicPr>
        <p:blipFill>
          <a:blip r:embed="rId2"/>
          <a:stretch>
            <a:fillRect/>
          </a:stretch>
        </p:blipFill>
        <p:spPr>
          <a:xfrm>
            <a:off x="7253021" y="2429145"/>
            <a:ext cx="3555043" cy="1999711"/>
          </a:xfrm>
          <a:prstGeom prst="rect">
            <a:avLst/>
          </a:prstGeom>
        </p:spPr>
      </p:pic>
    </p:spTree>
    <p:extLst>
      <p:ext uri="{BB962C8B-B14F-4D97-AF65-F5344CB8AC3E}">
        <p14:creationId xmlns:p14="http://schemas.microsoft.com/office/powerpoint/2010/main" val="1645420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Obraz 3" descr="Szukaj w SFD: side plank">
            <a:extLst>
              <a:ext uri="{FF2B5EF4-FFF2-40B4-BE49-F238E27FC236}">
                <a16:creationId xmlns:a16="http://schemas.microsoft.com/office/drawing/2014/main" id="{219A0270-2A98-E685-CA08-4BB9DA8B2EFB}"/>
              </a:ext>
            </a:extLst>
          </p:cNvPr>
          <p:cNvPicPr>
            <a:picLocks noChangeAspect="1"/>
          </p:cNvPicPr>
          <p:nvPr/>
        </p:nvPicPr>
        <p:blipFill>
          <a:blip r:embed="rId2"/>
          <a:stretch>
            <a:fillRect/>
          </a:stretch>
        </p:blipFill>
        <p:spPr>
          <a:xfrm>
            <a:off x="6541053" y="1558411"/>
            <a:ext cx="4777381" cy="3568470"/>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2" name="Tytuł 1">
            <a:extLst>
              <a:ext uri="{FF2B5EF4-FFF2-40B4-BE49-F238E27FC236}">
                <a16:creationId xmlns:a16="http://schemas.microsoft.com/office/drawing/2014/main" id="{758884FF-B0A3-EE0C-F339-2A7B55900346}"/>
              </a:ext>
            </a:extLst>
          </p:cNvPr>
          <p:cNvSpPr>
            <a:spLocks noGrp="1"/>
          </p:cNvSpPr>
          <p:nvPr>
            <p:ph type="title"/>
          </p:nvPr>
        </p:nvSpPr>
        <p:spPr>
          <a:xfrm>
            <a:off x="838200" y="277091"/>
            <a:ext cx="10972799" cy="1226127"/>
          </a:xfrm>
        </p:spPr>
        <p:txBody>
          <a:bodyPr>
            <a:normAutofit/>
          </a:bodyPr>
          <a:lstStyle/>
          <a:p>
            <a:br>
              <a:rPr lang="pl-PL" sz="2100" dirty="0"/>
            </a:br>
            <a:r>
              <a:rPr lang="pl-PL" sz="3100" dirty="0"/>
              <a:t>JAKIE MIĘŚNIE PRACUJĄ PODCZAS ĆWICZENIA PLANK?</a:t>
            </a:r>
            <a:br>
              <a:rPr lang="pl-PL" sz="2100" b="1" dirty="0"/>
            </a:br>
            <a:endParaRPr lang="pl-PL" sz="2100" dirty="0"/>
          </a:p>
        </p:txBody>
      </p:sp>
      <p:sp>
        <p:nvSpPr>
          <p:cNvPr id="3" name="Symbol zastępczy zawartości 2">
            <a:extLst>
              <a:ext uri="{FF2B5EF4-FFF2-40B4-BE49-F238E27FC236}">
                <a16:creationId xmlns:a16="http://schemas.microsoft.com/office/drawing/2014/main" id="{CB03D990-5232-4E41-2E7C-F285C57F0674}"/>
              </a:ext>
            </a:extLst>
          </p:cNvPr>
          <p:cNvSpPr>
            <a:spLocks noGrp="1"/>
          </p:cNvSpPr>
          <p:nvPr>
            <p:ph idx="1"/>
          </p:nvPr>
        </p:nvSpPr>
        <p:spPr>
          <a:xfrm>
            <a:off x="1098645" y="2688609"/>
            <a:ext cx="4997356" cy="3227695"/>
          </a:xfrm>
        </p:spPr>
        <p:txBody>
          <a:bodyPr>
            <a:normAutofit/>
          </a:bodyPr>
          <a:lstStyle/>
          <a:p>
            <a:pPr marL="0" indent="0">
              <a:buNone/>
            </a:pPr>
            <a:r>
              <a:rPr lang="pl-PL" sz="2000" dirty="0"/>
              <a:t>„</a:t>
            </a:r>
            <a:r>
              <a:rPr lang="pl-PL" sz="2000" dirty="0" err="1"/>
              <a:t>Plank</a:t>
            </a:r>
            <a:r>
              <a:rPr lang="pl-PL" sz="2000" dirty="0"/>
              <a:t>” angażuje tak zwane mięśnie głębokie – przede wszystkim brzucha. Oprócz nich podczas ćwiczenia pracują także:</a:t>
            </a:r>
            <a:br>
              <a:rPr lang="pl-PL" sz="2000" dirty="0"/>
            </a:br>
            <a:br>
              <a:rPr lang="pl-PL" sz="2000" dirty="0"/>
            </a:br>
            <a:r>
              <a:rPr lang="pl-PL" sz="2000" dirty="0"/>
              <a:t>– mięsień piersiowy</a:t>
            </a:r>
            <a:br>
              <a:rPr lang="pl-PL" sz="2000" dirty="0"/>
            </a:br>
            <a:r>
              <a:rPr lang="pl-PL" sz="2000" dirty="0"/>
              <a:t>– mięśnie naramienne</a:t>
            </a:r>
            <a:br>
              <a:rPr lang="pl-PL" sz="2000" dirty="0"/>
            </a:br>
            <a:r>
              <a:rPr lang="pl-PL" sz="2000" dirty="0"/>
              <a:t>– mięśnie czworogłowe uda</a:t>
            </a:r>
            <a:br>
              <a:rPr lang="pl-PL" sz="2000" dirty="0"/>
            </a:br>
            <a:r>
              <a:rPr lang="pl-PL" sz="2000" dirty="0"/>
              <a:t>– mięsień prosty brzucha</a:t>
            </a:r>
            <a:br>
              <a:rPr lang="pl-PL" sz="2000" dirty="0"/>
            </a:br>
            <a:r>
              <a:rPr lang="pl-PL" sz="2000" dirty="0"/>
              <a:t>– mięsień skośny brzucha</a:t>
            </a:r>
          </a:p>
        </p:txBody>
      </p:sp>
    </p:spTree>
    <p:extLst>
      <p:ext uri="{BB962C8B-B14F-4D97-AF65-F5344CB8AC3E}">
        <p14:creationId xmlns:p14="http://schemas.microsoft.com/office/powerpoint/2010/main" val="36076762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66FD037B-EA1A-2AE1-9034-04D097E04473}"/>
              </a:ext>
            </a:extLst>
          </p:cNvPr>
          <p:cNvSpPr>
            <a:spLocks noGrp="1"/>
          </p:cNvSpPr>
          <p:nvPr>
            <p:ph type="title"/>
          </p:nvPr>
        </p:nvSpPr>
        <p:spPr>
          <a:xfrm>
            <a:off x="277091" y="228601"/>
            <a:ext cx="6655611" cy="1600200"/>
          </a:xfrm>
        </p:spPr>
        <p:txBody>
          <a:bodyPr anchor="t">
            <a:normAutofit fontScale="90000"/>
          </a:bodyPr>
          <a:lstStyle/>
          <a:p>
            <a:r>
              <a:rPr lang="pl-PL" sz="5000" dirty="0"/>
              <a:t>Na co zwracać uwagę podczas treningu ?</a:t>
            </a:r>
          </a:p>
        </p:txBody>
      </p:sp>
      <p:sp>
        <p:nvSpPr>
          <p:cNvPr id="3" name="Symbol zastępczy zawartości 2">
            <a:extLst>
              <a:ext uri="{FF2B5EF4-FFF2-40B4-BE49-F238E27FC236}">
                <a16:creationId xmlns:a16="http://schemas.microsoft.com/office/drawing/2014/main" id="{33AE472E-D732-1A2F-629F-8D167D9271DF}"/>
              </a:ext>
            </a:extLst>
          </p:cNvPr>
          <p:cNvSpPr>
            <a:spLocks noGrp="1"/>
          </p:cNvSpPr>
          <p:nvPr>
            <p:ph idx="1"/>
          </p:nvPr>
        </p:nvSpPr>
        <p:spPr>
          <a:xfrm>
            <a:off x="277091" y="2292928"/>
            <a:ext cx="6413995" cy="3890194"/>
          </a:xfrm>
        </p:spPr>
        <p:txBody>
          <a:bodyPr>
            <a:normAutofit/>
          </a:bodyPr>
          <a:lstStyle/>
          <a:p>
            <a:pPr marL="514350" indent="-514350">
              <a:buAutoNum type="arabicPeriod"/>
            </a:pPr>
            <a:r>
              <a:rPr lang="pl-PL" sz="1500" dirty="0"/>
              <a:t>Aby poprawnie wykonać „</a:t>
            </a:r>
            <a:r>
              <a:rPr lang="pl-PL" sz="1500" dirty="0" err="1"/>
              <a:t>plank</a:t>
            </a:r>
            <a:r>
              <a:rPr lang="pl-PL" sz="1500" dirty="0"/>
              <a:t>”, trzeba klęknąć na macie i zgiąć ręce w stawach łokciowych pod kątem prostym. </a:t>
            </a:r>
          </a:p>
          <a:p>
            <a:pPr marL="514350" indent="-514350">
              <a:buAutoNum type="arabicPeriod"/>
            </a:pPr>
            <a:r>
              <a:rPr lang="pl-PL" sz="1500" dirty="0"/>
              <a:t>Następnie opieramy się na przedramionach w taki sposób, aby łokcie były na szerokości barków. </a:t>
            </a:r>
          </a:p>
          <a:p>
            <a:pPr marL="514350" indent="-514350">
              <a:buAutoNum type="arabicPeriod"/>
            </a:pPr>
            <a:r>
              <a:rPr lang="pl-PL" sz="1500" dirty="0"/>
              <a:t>Tułów należy unieść, opierając się na palcach stóp. </a:t>
            </a:r>
          </a:p>
          <a:p>
            <a:pPr marL="514350" indent="-514350">
              <a:buAutoNum type="arabicPeriod"/>
            </a:pPr>
            <a:r>
              <a:rPr lang="pl-PL" sz="1500" dirty="0"/>
              <a:t>Trzeba pamiętać, aby napiąć przy tym mięśnie brzucha. </a:t>
            </a:r>
          </a:p>
          <a:p>
            <a:pPr marL="514350" indent="-514350">
              <a:buAutoNum type="arabicPeriod"/>
            </a:pPr>
            <a:r>
              <a:rPr lang="pl-PL" sz="1500" dirty="0"/>
              <a:t>Nie należy obniżać odcinka lędźwiowego ani unosić pośladków. </a:t>
            </a:r>
          </a:p>
          <a:p>
            <a:pPr marL="514350" indent="-514350">
              <a:buAutoNum type="arabicPeriod"/>
            </a:pPr>
            <a:r>
              <a:rPr lang="pl-PL" sz="1500" dirty="0"/>
              <a:t>Nogi, ramiona i broda powinny znajdować się w tej samej linii.</a:t>
            </a:r>
          </a:p>
        </p:txBody>
      </p:sp>
      <p:pic>
        <p:nvPicPr>
          <p:cNvPr id="4" name="Obraz 3" descr="Plank a spalanie kalorii – ile kalorii spala plank i od czego to zależy? -  Lepsza Forma">
            <a:extLst>
              <a:ext uri="{FF2B5EF4-FFF2-40B4-BE49-F238E27FC236}">
                <a16:creationId xmlns:a16="http://schemas.microsoft.com/office/drawing/2014/main" id="{0DB7D7CC-EE0C-7B9B-1177-0FFDD2EA9F9E}"/>
              </a:ext>
            </a:extLst>
          </p:cNvPr>
          <p:cNvPicPr>
            <a:picLocks noChangeAspect="1"/>
          </p:cNvPicPr>
          <p:nvPr/>
        </p:nvPicPr>
        <p:blipFill>
          <a:blip r:embed="rId2"/>
          <a:stretch>
            <a:fillRect/>
          </a:stretch>
        </p:blipFill>
        <p:spPr>
          <a:xfrm>
            <a:off x="6932702" y="914399"/>
            <a:ext cx="5072883" cy="5072883"/>
          </a:xfrm>
          <a:prstGeom prst="rect">
            <a:avLst/>
          </a:prstGeom>
        </p:spPr>
      </p:pic>
    </p:spTree>
    <p:extLst>
      <p:ext uri="{BB962C8B-B14F-4D97-AF65-F5344CB8AC3E}">
        <p14:creationId xmlns:p14="http://schemas.microsoft.com/office/powerpoint/2010/main" val="33414873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C3A02E75-E128-531E-90B5-F1BF364D6429}"/>
              </a:ext>
            </a:extLst>
          </p:cNvPr>
          <p:cNvSpPr>
            <a:spLocks noGrp="1"/>
          </p:cNvSpPr>
          <p:nvPr>
            <p:ph type="title"/>
          </p:nvPr>
        </p:nvSpPr>
        <p:spPr>
          <a:xfrm>
            <a:off x="640080" y="4777739"/>
            <a:ext cx="3418990" cy="1412119"/>
          </a:xfrm>
        </p:spPr>
        <p:txBody>
          <a:bodyPr>
            <a:normAutofit fontScale="90000"/>
          </a:bodyPr>
          <a:lstStyle/>
          <a:p>
            <a:r>
              <a:rPr lang="pl-PL" sz="3700"/>
              <a:t>Często popełniane błędy </a:t>
            </a:r>
          </a:p>
        </p:txBody>
      </p:sp>
      <p:sp>
        <p:nvSpPr>
          <p:cNvPr id="3" name="Symbol zastępczy zawartości 2">
            <a:extLst>
              <a:ext uri="{FF2B5EF4-FFF2-40B4-BE49-F238E27FC236}">
                <a16:creationId xmlns:a16="http://schemas.microsoft.com/office/drawing/2014/main" id="{2EA1F564-0495-D3A2-2072-5487FCA67927}"/>
              </a:ext>
            </a:extLst>
          </p:cNvPr>
          <p:cNvSpPr>
            <a:spLocks noGrp="1"/>
          </p:cNvSpPr>
          <p:nvPr>
            <p:ph idx="1"/>
          </p:nvPr>
        </p:nvSpPr>
        <p:spPr>
          <a:xfrm>
            <a:off x="4654294" y="4777739"/>
            <a:ext cx="6897626" cy="1399223"/>
          </a:xfrm>
        </p:spPr>
        <p:txBody>
          <a:bodyPr anchor="ctr">
            <a:normAutofit/>
          </a:bodyPr>
          <a:lstStyle/>
          <a:p>
            <a:pPr marL="0" indent="0">
              <a:buNone/>
            </a:pPr>
            <a:r>
              <a:rPr lang="pl-PL" sz="1500" dirty="0"/>
              <a:t>1.Brak prostego ułożenia ciała;</a:t>
            </a:r>
          </a:p>
          <a:p>
            <a:pPr marL="0" indent="0">
              <a:buNone/>
            </a:pPr>
            <a:r>
              <a:rPr lang="pl-PL" sz="1500" dirty="0"/>
              <a:t>2. Zbyt szeroki rozstaw ramion/stóp;</a:t>
            </a:r>
          </a:p>
          <a:p>
            <a:pPr marL="0" indent="0">
              <a:buNone/>
            </a:pPr>
            <a:r>
              <a:rPr lang="pl-PL" sz="1500" dirty="0"/>
              <a:t>3. Zgięte nogi;</a:t>
            </a:r>
          </a:p>
          <a:p>
            <a:pPr marL="0" indent="0">
              <a:buNone/>
            </a:pPr>
            <a:r>
              <a:rPr lang="pl-PL" sz="1500" dirty="0"/>
              <a:t>4. Pośladki ułożone powyżej linii pleców;</a:t>
            </a:r>
          </a:p>
        </p:txBody>
      </p:sp>
      <p:pic>
        <p:nvPicPr>
          <p:cNvPr id="4" name="Obraz 3" descr="Najczęstsze błędy na stronach internetowych - wyklikane.pl">
            <a:extLst>
              <a:ext uri="{FF2B5EF4-FFF2-40B4-BE49-F238E27FC236}">
                <a16:creationId xmlns:a16="http://schemas.microsoft.com/office/drawing/2014/main" id="{1B674096-807A-4F45-7639-AC0A854CFE31}"/>
              </a:ext>
            </a:extLst>
          </p:cNvPr>
          <p:cNvPicPr>
            <a:picLocks noChangeAspect="1"/>
          </p:cNvPicPr>
          <p:nvPr/>
        </p:nvPicPr>
        <p:blipFill>
          <a:blip r:embed="rId2"/>
          <a:srcRect t="14948" b="12099"/>
          <a:stretch>
            <a:fillRect/>
          </a:stretch>
        </p:blipFill>
        <p:spPr>
          <a:xfrm>
            <a:off x="20" y="10"/>
            <a:ext cx="12191980" cy="4558420"/>
          </a:xfrm>
          <a:custGeom>
            <a:avLst/>
            <a:gdLst/>
            <a:ahLst/>
            <a:cxnLst/>
            <a:rect l="l" t="t" r="r" b="b"/>
            <a:pathLst>
              <a:path w="12188952" h="4558430">
                <a:moveTo>
                  <a:pt x="6789701" y="4490221"/>
                </a:moveTo>
                <a:lnTo>
                  <a:pt x="6788702" y="4490299"/>
                </a:lnTo>
                <a:lnTo>
                  <a:pt x="6788476" y="4490833"/>
                </a:lnTo>
                <a:close/>
                <a:moveTo>
                  <a:pt x="0" y="0"/>
                </a:moveTo>
                <a:lnTo>
                  <a:pt x="12188952" y="0"/>
                </a:lnTo>
                <a:lnTo>
                  <a:pt x="12188952" y="3596895"/>
                </a:lnTo>
                <a:lnTo>
                  <a:pt x="12061096" y="3635026"/>
                </a:lnTo>
                <a:cubicBezTo>
                  <a:pt x="11933500" y="3671240"/>
                  <a:pt x="11805390" y="3705769"/>
                  <a:pt x="11676800" y="3738601"/>
                </a:cubicBezTo>
                <a:cubicBezTo>
                  <a:pt x="11262789" y="3846108"/>
                  <a:pt x="10845343" y="3939710"/>
                  <a:pt x="10425355" y="4022140"/>
                </a:cubicBezTo>
                <a:cubicBezTo>
                  <a:pt x="10092810" y="4087351"/>
                  <a:pt x="9759033" y="4145748"/>
                  <a:pt x="9424022" y="4197302"/>
                </a:cubicBezTo>
                <a:cubicBezTo>
                  <a:pt x="9102997" y="4246959"/>
                  <a:pt x="8781133" y="4291526"/>
                  <a:pt x="8458419" y="4331003"/>
                </a:cubicBezTo>
                <a:cubicBezTo>
                  <a:pt x="8211360" y="4361169"/>
                  <a:pt x="7963792" y="4386742"/>
                  <a:pt x="7715970" y="4410950"/>
                </a:cubicBezTo>
                <a:lnTo>
                  <a:pt x="6951716" y="4476730"/>
                </a:lnTo>
                <a:lnTo>
                  <a:pt x="6936303" y="4478801"/>
                </a:lnTo>
                <a:lnTo>
                  <a:pt x="6790448" y="4490162"/>
                </a:lnTo>
                <a:lnTo>
                  <a:pt x="6799941" y="4491982"/>
                </a:lnTo>
                <a:cubicBezTo>
                  <a:pt x="6811623" y="4492448"/>
                  <a:pt x="6823734" y="4490275"/>
                  <a:pt x="6835432" y="4490275"/>
                </a:cubicBezTo>
                <a:cubicBezTo>
                  <a:pt x="6851580" y="4490275"/>
                  <a:pt x="6867729" y="4487668"/>
                  <a:pt x="6884003" y="4487297"/>
                </a:cubicBezTo>
                <a:cubicBezTo>
                  <a:pt x="7115805" y="4481835"/>
                  <a:pt x="7347351" y="4469668"/>
                  <a:pt x="7578771" y="4454770"/>
                </a:cubicBezTo>
                <a:cubicBezTo>
                  <a:pt x="7927552" y="4432302"/>
                  <a:pt x="8276080" y="4404123"/>
                  <a:pt x="8623845" y="4367873"/>
                </a:cubicBezTo>
                <a:cubicBezTo>
                  <a:pt x="8909939" y="4338575"/>
                  <a:pt x="9195310" y="4303940"/>
                  <a:pt x="9479970" y="4263967"/>
                </a:cubicBezTo>
                <a:cubicBezTo>
                  <a:pt x="9864901" y="4209593"/>
                  <a:pt x="10248014" y="4144879"/>
                  <a:pt x="10629308" y="4069810"/>
                </a:cubicBezTo>
                <a:cubicBezTo>
                  <a:pt x="11090114" y="3978690"/>
                  <a:pt x="11546975" y="3871184"/>
                  <a:pt x="11998498" y="3743816"/>
                </a:cubicBezTo>
                <a:lnTo>
                  <a:pt x="12188952" y="3687715"/>
                </a:lnTo>
                <a:lnTo>
                  <a:pt x="12188952" y="3742439"/>
                </a:lnTo>
                <a:lnTo>
                  <a:pt x="11829257" y="3846853"/>
                </a:lnTo>
                <a:cubicBezTo>
                  <a:pt x="11534769" y="3926550"/>
                  <a:pt x="11238120" y="3997436"/>
                  <a:pt x="10939183" y="4061368"/>
                </a:cubicBezTo>
                <a:cubicBezTo>
                  <a:pt x="10622824" y="4129150"/>
                  <a:pt x="10304941" y="4189147"/>
                  <a:pt x="9985530" y="4241373"/>
                </a:cubicBezTo>
                <a:cubicBezTo>
                  <a:pt x="9720036" y="4284822"/>
                  <a:pt x="9453814" y="4323467"/>
                  <a:pt x="9186882" y="4357320"/>
                </a:cubicBezTo>
                <a:cubicBezTo>
                  <a:pt x="8984197" y="4382894"/>
                  <a:pt x="8781514" y="4406977"/>
                  <a:pt x="8578198" y="4426839"/>
                </a:cubicBezTo>
                <a:cubicBezTo>
                  <a:pt x="8340547" y="4449559"/>
                  <a:pt x="8102644" y="4471034"/>
                  <a:pt x="7864358" y="4488290"/>
                </a:cubicBezTo>
                <a:cubicBezTo>
                  <a:pt x="7554994" y="4510634"/>
                  <a:pt x="7245502" y="4528512"/>
                  <a:pt x="6935502" y="4539684"/>
                </a:cubicBezTo>
                <a:cubicBezTo>
                  <a:pt x="6782917" y="4545147"/>
                  <a:pt x="6630334" y="4548995"/>
                  <a:pt x="6477750" y="4553587"/>
                </a:cubicBezTo>
                <a:cubicBezTo>
                  <a:pt x="6439195" y="4551503"/>
                  <a:pt x="6400529" y="4553128"/>
                  <a:pt x="6362294" y="4558430"/>
                </a:cubicBezTo>
                <a:lnTo>
                  <a:pt x="6057129" y="4558430"/>
                </a:lnTo>
                <a:lnTo>
                  <a:pt x="5977784" y="4553836"/>
                </a:lnTo>
                <a:cubicBezTo>
                  <a:pt x="5740261" y="4541423"/>
                  <a:pt x="5502739" y="4527644"/>
                  <a:pt x="5265087" y="4517587"/>
                </a:cubicBezTo>
                <a:cubicBezTo>
                  <a:pt x="4958267" y="4505171"/>
                  <a:pt x="4651826" y="4484691"/>
                  <a:pt x="4346277" y="4455517"/>
                </a:cubicBezTo>
                <a:cubicBezTo>
                  <a:pt x="4021654" y="4424605"/>
                  <a:pt x="3697795" y="4389970"/>
                  <a:pt x="3373045" y="4356948"/>
                </a:cubicBezTo>
                <a:cubicBezTo>
                  <a:pt x="3035412" y="4322686"/>
                  <a:pt x="2698456" y="4283047"/>
                  <a:pt x="2362173" y="4238021"/>
                </a:cubicBezTo>
                <a:cubicBezTo>
                  <a:pt x="1984692" y="4187868"/>
                  <a:pt x="1608364" y="4130142"/>
                  <a:pt x="1233177" y="4064845"/>
                </a:cubicBezTo>
                <a:cubicBezTo>
                  <a:pt x="842181" y="3996132"/>
                  <a:pt x="453758" y="3917644"/>
                  <a:pt x="68500" y="3825138"/>
                </a:cubicBezTo>
                <a:lnTo>
                  <a:pt x="0" y="3807783"/>
                </a:lnTo>
                <a:lnTo>
                  <a:pt x="0" y="3751294"/>
                </a:lnTo>
                <a:lnTo>
                  <a:pt x="72441" y="3770071"/>
                </a:lnTo>
                <a:cubicBezTo>
                  <a:pt x="247961" y="3812249"/>
                  <a:pt x="424164" y="3851509"/>
                  <a:pt x="600716" y="3888441"/>
                </a:cubicBezTo>
                <a:cubicBezTo>
                  <a:pt x="988279" y="3969255"/>
                  <a:pt x="1378133" y="4038153"/>
                  <a:pt x="1769512" y="4098609"/>
                </a:cubicBezTo>
                <a:cubicBezTo>
                  <a:pt x="2052426" y="4142185"/>
                  <a:pt x="2335725" y="4182282"/>
                  <a:pt x="2613554" y="4215551"/>
                </a:cubicBezTo>
                <a:cubicBezTo>
                  <a:pt x="2605544" y="4218158"/>
                  <a:pt x="2594611" y="4208102"/>
                  <a:pt x="2581134" y="4205620"/>
                </a:cubicBezTo>
                <a:cubicBezTo>
                  <a:pt x="2087178" y="4113668"/>
                  <a:pt x="1597684" y="4002775"/>
                  <a:pt x="1112635" y="3872923"/>
                </a:cubicBezTo>
                <a:cubicBezTo>
                  <a:pt x="880453" y="3810852"/>
                  <a:pt x="649713" y="3744374"/>
                  <a:pt x="420412" y="3673490"/>
                </a:cubicBezTo>
                <a:lnTo>
                  <a:pt x="0" y="3534573"/>
                </a:lnTo>
                <a:close/>
              </a:path>
            </a:pathLst>
          </a:custGeom>
        </p:spPr>
      </p:pic>
    </p:spTree>
    <p:extLst>
      <p:ext uri="{BB962C8B-B14F-4D97-AF65-F5344CB8AC3E}">
        <p14:creationId xmlns:p14="http://schemas.microsoft.com/office/powerpoint/2010/main" val="199677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690D446B-6549-2A6F-125E-09382DBECE16}"/>
              </a:ext>
            </a:extLst>
          </p:cNvPr>
          <p:cNvSpPr>
            <a:spLocks noGrp="1"/>
          </p:cNvSpPr>
          <p:nvPr>
            <p:ph type="title"/>
          </p:nvPr>
        </p:nvSpPr>
        <p:spPr>
          <a:xfrm>
            <a:off x="586478" y="1683756"/>
            <a:ext cx="3115265" cy="2396359"/>
          </a:xfrm>
        </p:spPr>
        <p:txBody>
          <a:bodyPr anchor="b">
            <a:normAutofit/>
          </a:bodyPr>
          <a:lstStyle/>
          <a:p>
            <a:pPr algn="r"/>
            <a:r>
              <a:rPr lang="pl-PL" sz="4000" dirty="0">
                <a:solidFill>
                  <a:srgbClr val="FFFFFF"/>
                </a:solidFill>
              </a:rPr>
              <a:t>Etapy pracy </a:t>
            </a:r>
          </a:p>
        </p:txBody>
      </p:sp>
      <p:graphicFrame>
        <p:nvGraphicFramePr>
          <p:cNvPr id="26" name="Symbol zastępczy zawartości 10">
            <a:extLst>
              <a:ext uri="{FF2B5EF4-FFF2-40B4-BE49-F238E27FC236}">
                <a16:creationId xmlns:a16="http://schemas.microsoft.com/office/drawing/2014/main" id="{B9CC8CF9-05CC-1271-CE1D-D636210D8EA1}"/>
              </a:ext>
            </a:extLst>
          </p:cNvPr>
          <p:cNvGraphicFramePr>
            <a:graphicFrameLocks noGrp="1"/>
          </p:cNvGraphicFramePr>
          <p:nvPr>
            <p:ph idx="1"/>
            <p:extLst>
              <p:ext uri="{D42A27DB-BD31-4B8C-83A1-F6EECF244321}">
                <p14:modId xmlns:p14="http://schemas.microsoft.com/office/powerpoint/2010/main" val="2372958619"/>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303900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0FD174D1-40D8-B3B4-D293-0E61F12FDB9D}"/>
              </a:ext>
            </a:extLst>
          </p:cNvPr>
          <p:cNvSpPr>
            <a:spLocks noGrp="1"/>
          </p:cNvSpPr>
          <p:nvPr>
            <p:ph type="title"/>
          </p:nvPr>
        </p:nvSpPr>
        <p:spPr>
          <a:xfrm>
            <a:off x="4024745" y="841375"/>
            <a:ext cx="4024746" cy="4049280"/>
          </a:xfrm>
        </p:spPr>
        <p:txBody>
          <a:bodyPr vert="horz" lIns="91440" tIns="45720" rIns="91440" bIns="45720" rtlCol="0" anchor="b">
            <a:normAutofit/>
          </a:bodyPr>
          <a:lstStyle/>
          <a:p>
            <a:pPr algn="ctr"/>
            <a:r>
              <a:rPr lang="en-US" sz="3900" kern="1200" dirty="0" err="1">
                <a:solidFill>
                  <a:schemeClr val="tx1"/>
                </a:solidFill>
                <a:latin typeface="+mj-lt"/>
                <a:ea typeface="+mj-ea"/>
                <a:cs typeface="+mj-cs"/>
              </a:rPr>
              <a:t>Opracowanie</a:t>
            </a:r>
            <a:r>
              <a:rPr lang="en-US" sz="3900" kern="1200" dirty="0">
                <a:solidFill>
                  <a:schemeClr val="tx1"/>
                </a:solidFill>
                <a:latin typeface="+mj-lt"/>
                <a:ea typeface="+mj-ea"/>
                <a:cs typeface="+mj-cs"/>
              </a:rPr>
              <a:t> </a:t>
            </a:r>
            <a:r>
              <a:rPr lang="en-US" sz="3900" kern="1200" dirty="0" err="1">
                <a:solidFill>
                  <a:schemeClr val="tx1"/>
                </a:solidFill>
                <a:latin typeface="+mj-lt"/>
                <a:ea typeface="+mj-ea"/>
                <a:cs typeface="+mj-cs"/>
              </a:rPr>
              <a:t>podstawowego</a:t>
            </a:r>
            <a:r>
              <a:rPr lang="en-US" sz="3900" kern="1200" dirty="0">
                <a:solidFill>
                  <a:schemeClr val="tx1"/>
                </a:solidFill>
                <a:latin typeface="+mj-lt"/>
                <a:ea typeface="+mj-ea"/>
                <a:cs typeface="+mj-cs"/>
              </a:rPr>
              <a:t> </a:t>
            </a:r>
            <a:r>
              <a:rPr lang="en-US" sz="3900" kern="1200" dirty="0" err="1">
                <a:solidFill>
                  <a:schemeClr val="tx1"/>
                </a:solidFill>
                <a:latin typeface="+mj-lt"/>
                <a:ea typeface="+mj-ea"/>
                <a:cs typeface="+mj-cs"/>
              </a:rPr>
              <a:t>szkieletu</a:t>
            </a:r>
            <a:r>
              <a:rPr lang="en-US" sz="3900" kern="1200" dirty="0">
                <a:solidFill>
                  <a:schemeClr val="tx1"/>
                </a:solidFill>
                <a:latin typeface="+mj-lt"/>
                <a:ea typeface="+mj-ea"/>
                <a:cs typeface="+mj-cs"/>
              </a:rPr>
              <a:t> </a:t>
            </a:r>
            <a:r>
              <a:rPr lang="en-US" sz="3900" kern="1200" dirty="0" err="1">
                <a:solidFill>
                  <a:schemeClr val="tx1"/>
                </a:solidFill>
                <a:latin typeface="+mj-lt"/>
                <a:ea typeface="+mj-ea"/>
                <a:cs typeface="+mj-cs"/>
              </a:rPr>
              <a:t>funkcji</a:t>
            </a:r>
            <a:r>
              <a:rPr lang="en-US" sz="3900" kern="1200" dirty="0">
                <a:solidFill>
                  <a:schemeClr val="tx1"/>
                </a:solidFill>
                <a:latin typeface="+mj-lt"/>
                <a:ea typeface="+mj-ea"/>
                <a:cs typeface="+mj-cs"/>
              </a:rPr>
              <a:t> </a:t>
            </a:r>
            <a:r>
              <a:rPr lang="en-US" sz="3900" kern="1200" dirty="0" err="1">
                <a:solidFill>
                  <a:schemeClr val="tx1"/>
                </a:solidFill>
                <a:latin typeface="+mj-lt"/>
                <a:ea typeface="+mj-ea"/>
                <a:cs typeface="+mj-cs"/>
              </a:rPr>
              <a:t>głównej</a:t>
            </a:r>
            <a:br>
              <a:rPr lang="en-US" sz="3900" kern="1200" dirty="0">
                <a:solidFill>
                  <a:schemeClr val="tx1"/>
                </a:solidFill>
                <a:latin typeface="+mj-lt"/>
                <a:ea typeface="+mj-ea"/>
                <a:cs typeface="+mj-cs"/>
              </a:rPr>
            </a:br>
            <a:endParaRPr lang="en-US" sz="3900" kern="1200" dirty="0">
              <a:solidFill>
                <a:schemeClr val="tx1"/>
              </a:solidFill>
              <a:latin typeface="+mj-lt"/>
              <a:ea typeface="+mj-ea"/>
              <a:cs typeface="+mj-cs"/>
            </a:endParaRPr>
          </a:p>
        </p:txBody>
      </p:sp>
      <p:pic>
        <p:nvPicPr>
          <p:cNvPr id="10" name="Symbol zastępczy zawartości 9">
            <a:extLst>
              <a:ext uri="{FF2B5EF4-FFF2-40B4-BE49-F238E27FC236}">
                <a16:creationId xmlns:a16="http://schemas.microsoft.com/office/drawing/2014/main" id="{31BDB695-1465-6A81-2E8A-697DF76595CF}"/>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6255" r="17977"/>
          <a:stretch>
            <a:fillRect/>
          </a:stretch>
        </p:blipFill>
        <p:spPr>
          <a:xfrm>
            <a:off x="8281916" y="1"/>
            <a:ext cx="3910084" cy="6858000"/>
          </a:xfrm>
          <a:custGeom>
            <a:avLst/>
            <a:gdLst/>
            <a:ahLst/>
            <a:cxnLst/>
            <a:rect l="l" t="t" r="r" b="b"/>
            <a:pathLst>
              <a:path w="3910084" h="6858000">
                <a:moveTo>
                  <a:pt x="118775" y="0"/>
                </a:moveTo>
                <a:lnTo>
                  <a:pt x="3910084" y="0"/>
                </a:lnTo>
                <a:lnTo>
                  <a:pt x="3910084" y="6858000"/>
                </a:lnTo>
                <a:lnTo>
                  <a:pt x="913702" y="6858000"/>
                </a:lnTo>
                <a:lnTo>
                  <a:pt x="346751" y="5107724"/>
                </a:lnTo>
                <a:lnTo>
                  <a:pt x="0" y="803615"/>
                </a:lnTo>
                <a:close/>
              </a:path>
            </a:pathLst>
          </a:custGeom>
        </p:spPr>
      </p:pic>
      <p:pic>
        <p:nvPicPr>
          <p:cNvPr id="11" name="Obraz 10">
            <a:extLst>
              <a:ext uri="{FF2B5EF4-FFF2-40B4-BE49-F238E27FC236}">
                <a16:creationId xmlns:a16="http://schemas.microsoft.com/office/drawing/2014/main" id="{BF3D1168-EABD-EC67-514D-7087BE340F6B}"/>
              </a:ext>
              <a:ext uri="{C183D7F6-B498-43B3-948B-1728B52AA6E4}">
                <adec:decorative xmlns:adec="http://schemas.microsoft.com/office/drawing/2017/decorative" val="1"/>
              </a:ext>
            </a:extLst>
          </p:cNvPr>
          <p:cNvPicPr>
            <a:picLocks noChangeAspect="1"/>
          </p:cNvPicPr>
          <p:nvPr/>
        </p:nvPicPr>
        <p:blipFill>
          <a:blip r:embed="rId3"/>
          <a:srcRect l="23012" r="1221"/>
          <a:stretch>
            <a:fillRect/>
          </a:stretch>
        </p:blipFill>
        <p:spPr>
          <a:xfrm>
            <a:off x="20" y="10"/>
            <a:ext cx="3910064" cy="6857990"/>
          </a:xfrm>
          <a:custGeom>
            <a:avLst/>
            <a:gdLst/>
            <a:ahLst/>
            <a:cxnLst/>
            <a:rect l="l" t="t" r="r" b="b"/>
            <a:pathLst>
              <a:path w="3910084" h="6858000">
                <a:moveTo>
                  <a:pt x="0" y="0"/>
                </a:moveTo>
                <a:lnTo>
                  <a:pt x="2996382" y="0"/>
                </a:lnTo>
                <a:lnTo>
                  <a:pt x="3563333" y="1750276"/>
                </a:lnTo>
                <a:lnTo>
                  <a:pt x="3910084" y="6054385"/>
                </a:lnTo>
                <a:lnTo>
                  <a:pt x="3791309" y="6858000"/>
                </a:lnTo>
                <a:lnTo>
                  <a:pt x="0" y="6858000"/>
                </a:lnTo>
                <a:close/>
              </a:path>
            </a:pathLst>
          </a:custGeom>
        </p:spPr>
      </p:pic>
    </p:spTree>
    <p:extLst>
      <p:ext uri="{BB962C8B-B14F-4D97-AF65-F5344CB8AC3E}">
        <p14:creationId xmlns:p14="http://schemas.microsoft.com/office/powerpoint/2010/main" val="42107625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 name="Rectangle 9">
            <a:extLst>
              <a:ext uri="{FF2B5EF4-FFF2-40B4-BE49-F238E27FC236}">
                <a16:creationId xmlns:a16="http://schemas.microsoft.com/office/drawing/2014/main" id="{A416E3E5-5186-46A4-AFBD-337387D316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3" y="0"/>
            <a:ext cx="1218742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23">
            <a:extLst>
              <a:ext uri="{FF2B5EF4-FFF2-40B4-BE49-F238E27FC236}">
                <a16:creationId xmlns:a16="http://schemas.microsoft.com/office/drawing/2014/main" id="{7B8FAACC-353E-4F84-BA62-A5514185D9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flipH="1">
            <a:off x="7554995" y="0"/>
            <a:ext cx="4637005" cy="6858000"/>
          </a:xfrm>
          <a:custGeom>
            <a:avLst/>
            <a:gdLst>
              <a:gd name="connsiteX0" fmla="*/ 0 w 4637005"/>
              <a:gd name="connsiteY0" fmla="*/ 0 h 6858000"/>
              <a:gd name="connsiteX1" fmla="*/ 4637005 w 4637005"/>
              <a:gd name="connsiteY1" fmla="*/ 0 h 6858000"/>
              <a:gd name="connsiteX2" fmla="*/ 4637005 w 4637005"/>
              <a:gd name="connsiteY2" fmla="*/ 1900238 h 6858000"/>
              <a:gd name="connsiteX3" fmla="*/ 4266589 w 4637005"/>
              <a:gd name="connsiteY3" fmla="*/ 2178050 h 6858000"/>
              <a:gd name="connsiteX4" fmla="*/ 4262355 w 4637005"/>
              <a:gd name="connsiteY4" fmla="*/ 2184400 h 6858000"/>
              <a:gd name="connsiteX5" fmla="*/ 4256005 w 4637005"/>
              <a:gd name="connsiteY5" fmla="*/ 2193925 h 6858000"/>
              <a:gd name="connsiteX6" fmla="*/ 4249655 w 4637005"/>
              <a:gd name="connsiteY6" fmla="*/ 2201863 h 6858000"/>
              <a:gd name="connsiteX7" fmla="*/ 4249655 w 4637005"/>
              <a:gd name="connsiteY7" fmla="*/ 2211388 h 6858000"/>
              <a:gd name="connsiteX8" fmla="*/ 4249655 w 4637005"/>
              <a:gd name="connsiteY8" fmla="*/ 2220913 h 6858000"/>
              <a:gd name="connsiteX9" fmla="*/ 4256005 w 4637005"/>
              <a:gd name="connsiteY9" fmla="*/ 2228850 h 6858000"/>
              <a:gd name="connsiteX10" fmla="*/ 4262355 w 4637005"/>
              <a:gd name="connsiteY10" fmla="*/ 2238375 h 6858000"/>
              <a:gd name="connsiteX11" fmla="*/ 4266589 w 4637005"/>
              <a:gd name="connsiteY11" fmla="*/ 2244725 h 6858000"/>
              <a:gd name="connsiteX12" fmla="*/ 4637005 w 4637005"/>
              <a:gd name="connsiteY12" fmla="*/ 2522538 h 6858000"/>
              <a:gd name="connsiteX13" fmla="*/ 4637005 w 4637005"/>
              <a:gd name="connsiteY13" fmla="*/ 6858000 h 6858000"/>
              <a:gd name="connsiteX14" fmla="*/ 0 w 4637005"/>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637005" h="6858000">
                <a:moveTo>
                  <a:pt x="0" y="0"/>
                </a:moveTo>
                <a:lnTo>
                  <a:pt x="4637005" y="0"/>
                </a:lnTo>
                <a:lnTo>
                  <a:pt x="4637005" y="1900238"/>
                </a:lnTo>
                <a:lnTo>
                  <a:pt x="4266589" y="2178050"/>
                </a:lnTo>
                <a:lnTo>
                  <a:pt x="4262355" y="2184400"/>
                </a:lnTo>
                <a:lnTo>
                  <a:pt x="4256005" y="2193925"/>
                </a:lnTo>
                <a:lnTo>
                  <a:pt x="4249655" y="2201863"/>
                </a:lnTo>
                <a:lnTo>
                  <a:pt x="4249655" y="2211388"/>
                </a:lnTo>
                <a:lnTo>
                  <a:pt x="4249655" y="2220913"/>
                </a:lnTo>
                <a:lnTo>
                  <a:pt x="4256005" y="2228850"/>
                </a:lnTo>
                <a:lnTo>
                  <a:pt x="4262355" y="2238375"/>
                </a:lnTo>
                <a:lnTo>
                  <a:pt x="4266589" y="2244725"/>
                </a:lnTo>
                <a:lnTo>
                  <a:pt x="4637005" y="2522538"/>
                </a:lnTo>
                <a:lnTo>
                  <a:pt x="4637005" y="6858000"/>
                </a:lnTo>
                <a:lnTo>
                  <a:pt x="0" y="6858000"/>
                </a:lnTo>
                <a:close/>
              </a:path>
            </a:pathLst>
          </a:custGeom>
          <a:solidFill>
            <a:srgbClr val="212121"/>
          </a:solidFill>
          <a:ln>
            <a:noFill/>
            <a:headEnd/>
            <a:tailEnd/>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a:p>
        </p:txBody>
      </p:sp>
      <p:sp>
        <p:nvSpPr>
          <p:cNvPr id="2" name="Tytuł 1">
            <a:extLst>
              <a:ext uri="{FF2B5EF4-FFF2-40B4-BE49-F238E27FC236}">
                <a16:creationId xmlns:a16="http://schemas.microsoft.com/office/drawing/2014/main" id="{C7345C88-75C9-F9E5-DCDE-C07FA2C97FC5}"/>
              </a:ext>
            </a:extLst>
          </p:cNvPr>
          <p:cNvSpPr>
            <a:spLocks noGrp="1"/>
          </p:cNvSpPr>
          <p:nvPr>
            <p:ph type="title"/>
          </p:nvPr>
        </p:nvSpPr>
        <p:spPr>
          <a:xfrm>
            <a:off x="8164749" y="457201"/>
            <a:ext cx="3575737" cy="1332688"/>
          </a:xfrm>
        </p:spPr>
        <p:txBody>
          <a:bodyPr anchor="b">
            <a:normAutofit/>
          </a:bodyPr>
          <a:lstStyle/>
          <a:p>
            <a:pPr algn="ctr"/>
            <a:r>
              <a:rPr lang="pl-PL" sz="3200">
                <a:solidFill>
                  <a:srgbClr val="FFFFFF"/>
                </a:solidFill>
              </a:rPr>
              <a:t>Sprint 1</a:t>
            </a:r>
          </a:p>
        </p:txBody>
      </p:sp>
      <p:pic>
        <p:nvPicPr>
          <p:cNvPr id="29" name="Graphic 6" descr="Drawing Compass">
            <a:extLst>
              <a:ext uri="{FF2B5EF4-FFF2-40B4-BE49-F238E27FC236}">
                <a16:creationId xmlns:a16="http://schemas.microsoft.com/office/drawing/2014/main" id="{94F1D67D-77C2-9AEB-F193-EDA4F9FD704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78308" y="457201"/>
            <a:ext cx="5584161" cy="5584161"/>
          </a:xfrm>
          <a:prstGeom prst="roundRect">
            <a:avLst>
              <a:gd name="adj" fmla="val 3876"/>
            </a:avLst>
          </a:prstGeom>
          <a:ln>
            <a:solidFill>
              <a:schemeClr val="accent1"/>
            </a:solidFill>
          </a:ln>
          <a:effectLst/>
        </p:spPr>
      </p:pic>
      <p:sp>
        <p:nvSpPr>
          <p:cNvPr id="3" name="Symbol zastępczy zawartości 2">
            <a:extLst>
              <a:ext uri="{FF2B5EF4-FFF2-40B4-BE49-F238E27FC236}">
                <a16:creationId xmlns:a16="http://schemas.microsoft.com/office/drawing/2014/main" id="{158B4B53-A7D6-9199-26C1-10F89483537E}"/>
              </a:ext>
            </a:extLst>
          </p:cNvPr>
          <p:cNvSpPr>
            <a:spLocks noGrp="1"/>
          </p:cNvSpPr>
          <p:nvPr>
            <p:ph idx="1"/>
          </p:nvPr>
        </p:nvSpPr>
        <p:spPr>
          <a:xfrm>
            <a:off x="8164749" y="2024743"/>
            <a:ext cx="3575737" cy="4016619"/>
          </a:xfrm>
        </p:spPr>
        <p:txBody>
          <a:bodyPr>
            <a:normAutofit/>
          </a:bodyPr>
          <a:lstStyle/>
          <a:p>
            <a:pPr marL="0" indent="0">
              <a:buNone/>
            </a:pPr>
            <a:r>
              <a:rPr lang="pl-PL" sz="1600" dirty="0">
                <a:solidFill>
                  <a:srgbClr val="FFFFFF"/>
                </a:solidFill>
              </a:rPr>
              <a:t>W ramach pierwszego sprintu wybraliśmy biblioteki oraz odpowiednie ( na czas założeń) narzędzia do realizacji celu.</a:t>
            </a:r>
          </a:p>
        </p:txBody>
      </p:sp>
    </p:spTree>
    <p:extLst>
      <p:ext uri="{BB962C8B-B14F-4D97-AF65-F5344CB8AC3E}">
        <p14:creationId xmlns:p14="http://schemas.microsoft.com/office/powerpoint/2010/main" val="1198464209"/>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B451017-497D-8DA8-0BCA-80570AEFC72E}"/>
              </a:ext>
            </a:extLst>
          </p:cNvPr>
          <p:cNvSpPr>
            <a:spLocks noGrp="1"/>
          </p:cNvSpPr>
          <p:nvPr>
            <p:ph type="title"/>
          </p:nvPr>
        </p:nvSpPr>
        <p:spPr>
          <a:xfrm>
            <a:off x="810000" y="447188"/>
            <a:ext cx="5933700" cy="970450"/>
          </a:xfrm>
        </p:spPr>
        <p:txBody>
          <a:bodyPr>
            <a:normAutofit/>
          </a:bodyPr>
          <a:lstStyle/>
          <a:p>
            <a:r>
              <a:rPr lang="pl-PL" dirty="0"/>
              <a:t>Sprint 2</a:t>
            </a:r>
          </a:p>
        </p:txBody>
      </p:sp>
      <p:sp>
        <p:nvSpPr>
          <p:cNvPr id="3" name="Symbol zastępczy zawartości 2">
            <a:extLst>
              <a:ext uri="{FF2B5EF4-FFF2-40B4-BE49-F238E27FC236}">
                <a16:creationId xmlns:a16="http://schemas.microsoft.com/office/drawing/2014/main" id="{5428550C-9A2C-5A13-EC80-5DEEB5EAD5E7}"/>
              </a:ext>
            </a:extLst>
          </p:cNvPr>
          <p:cNvSpPr>
            <a:spLocks noGrp="1"/>
          </p:cNvSpPr>
          <p:nvPr>
            <p:ph idx="1"/>
          </p:nvPr>
        </p:nvSpPr>
        <p:spPr>
          <a:xfrm>
            <a:off x="818712" y="2222287"/>
            <a:ext cx="5924988" cy="3636511"/>
          </a:xfrm>
        </p:spPr>
        <p:txBody>
          <a:bodyPr>
            <a:normAutofit/>
          </a:bodyPr>
          <a:lstStyle/>
          <a:p>
            <a:pPr marL="0" indent="0">
              <a:buNone/>
            </a:pPr>
            <a:r>
              <a:rPr lang="pl-PL"/>
              <a:t>Na następnych zajęciach ustaliliśmy sobie za cel Zaprojektowanie struktury plików,</a:t>
            </a:r>
          </a:p>
          <a:p>
            <a:pPr marL="0" indent="0">
              <a:buNone/>
            </a:pPr>
            <a:r>
              <a:rPr lang="pl-PL"/>
              <a:t>Zaznajomienie się z bibliotekami </a:t>
            </a:r>
            <a:r>
              <a:rPr lang="pl-PL" err="1"/>
              <a:t>PyQt</a:t>
            </a:r>
            <a:r>
              <a:rPr lang="pl-PL"/>
              <a:t> oraz YOLO,</a:t>
            </a:r>
          </a:p>
          <a:p>
            <a:pPr marL="0" indent="0">
              <a:buNone/>
            </a:pPr>
            <a:r>
              <a:rPr lang="pl-PL"/>
              <a:t>Zaprojektowanie uproszczonego diagramu klas</a:t>
            </a:r>
          </a:p>
        </p:txBody>
      </p:sp>
      <p:sp>
        <p:nvSpPr>
          <p:cNvPr id="9" name="Rectangle 9">
            <a:extLst>
              <a:ext uri="{FF2B5EF4-FFF2-40B4-BE49-F238E27FC236}">
                <a16:creationId xmlns:a16="http://schemas.microsoft.com/office/drawing/2014/main" id="{E2DA8D37-1E70-450D-9D70-95873ABDC8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43800" y="0"/>
            <a:ext cx="4645151"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7">
            <a:extLst>
              <a:ext uri="{FF2B5EF4-FFF2-40B4-BE49-F238E27FC236}">
                <a16:creationId xmlns:a16="http://schemas.microsoft.com/office/drawing/2014/main" id="{D2E1CE80-9123-4F46-924D-C14DF534A9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93746" y="958640"/>
            <a:ext cx="3354790" cy="4945244"/>
          </a:xfrm>
          <a:prstGeom prst="roundRect">
            <a:avLst>
              <a:gd name="adj" fmla="val 3513"/>
            </a:avLst>
          </a:prstGeom>
          <a:solidFill>
            <a:schemeClr val="tx1"/>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Obraz 4">
            <a:extLst>
              <a:ext uri="{FF2B5EF4-FFF2-40B4-BE49-F238E27FC236}">
                <a16:creationId xmlns:a16="http://schemas.microsoft.com/office/drawing/2014/main" id="{85068AB4-A86E-A95A-11F4-67CE534B7615}"/>
              </a:ext>
            </a:extLst>
          </p:cNvPr>
          <p:cNvPicPr>
            <a:picLocks noChangeAspect="1"/>
          </p:cNvPicPr>
          <p:nvPr/>
        </p:nvPicPr>
        <p:blipFill>
          <a:blip r:embed="rId2">
            <a:extLst>
              <a:ext uri="{28A0092B-C50C-407E-A947-70E740481C1C}">
                <a14:useLocalDpi xmlns:a14="http://schemas.microsoft.com/office/drawing/2010/main" val="0"/>
              </a:ext>
            </a:extLst>
          </a:blip>
          <a:srcRect r="6082" b="5"/>
          <a:stretch>
            <a:fillRect/>
          </a:stretch>
        </p:blipFill>
        <p:spPr>
          <a:xfrm>
            <a:off x="8507487" y="1258529"/>
            <a:ext cx="2735071" cy="4330205"/>
          </a:xfrm>
          <a:prstGeom prst="rect">
            <a:avLst/>
          </a:prstGeom>
        </p:spPr>
      </p:pic>
    </p:spTree>
    <p:extLst>
      <p:ext uri="{BB962C8B-B14F-4D97-AF65-F5344CB8AC3E}">
        <p14:creationId xmlns:p14="http://schemas.microsoft.com/office/powerpoint/2010/main" val="15899891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Obraz 4">
            <a:extLst>
              <a:ext uri="{FF2B5EF4-FFF2-40B4-BE49-F238E27FC236}">
                <a16:creationId xmlns:a16="http://schemas.microsoft.com/office/drawing/2014/main" id="{30194058-0580-DB32-A56B-1F681843F90D}"/>
              </a:ext>
            </a:extLst>
          </p:cNvPr>
          <p:cNvPicPr>
            <a:picLocks noChangeAspect="1"/>
          </p:cNvPicPr>
          <p:nvPr/>
        </p:nvPicPr>
        <p:blipFill>
          <a:blip r:embed="rId2"/>
          <a:stretch>
            <a:fillRect/>
          </a:stretch>
        </p:blipFill>
        <p:spPr>
          <a:xfrm>
            <a:off x="6822728" y="520749"/>
            <a:ext cx="4214031" cy="5643794"/>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2" name="Tytuł 1">
            <a:extLst>
              <a:ext uri="{FF2B5EF4-FFF2-40B4-BE49-F238E27FC236}">
                <a16:creationId xmlns:a16="http://schemas.microsoft.com/office/drawing/2014/main" id="{04B48AFC-FFFB-E0A3-CAFB-6FFF2B9631F1}"/>
              </a:ext>
            </a:extLst>
          </p:cNvPr>
          <p:cNvSpPr>
            <a:spLocks noGrp="1"/>
          </p:cNvSpPr>
          <p:nvPr>
            <p:ph type="title"/>
          </p:nvPr>
        </p:nvSpPr>
        <p:spPr>
          <a:xfrm>
            <a:off x="838200" y="393700"/>
            <a:ext cx="5810250" cy="1346389"/>
          </a:xfrm>
        </p:spPr>
        <p:txBody>
          <a:bodyPr>
            <a:normAutofit fontScale="90000"/>
          </a:bodyPr>
          <a:lstStyle/>
          <a:p>
            <a:r>
              <a:rPr lang="pl-PL" sz="2800" b="1" dirty="0"/>
              <a:t>Udoskonalanie interpretacji kątów przez program</a:t>
            </a:r>
            <a:br>
              <a:rPr lang="en-US" sz="2800" dirty="0"/>
            </a:br>
            <a:endParaRPr lang="pl-PL" sz="2800" dirty="0"/>
          </a:p>
        </p:txBody>
      </p:sp>
      <p:graphicFrame>
        <p:nvGraphicFramePr>
          <p:cNvPr id="30" name="Symbol zastępczy zawartości 2">
            <a:extLst>
              <a:ext uri="{FF2B5EF4-FFF2-40B4-BE49-F238E27FC236}">
                <a16:creationId xmlns:a16="http://schemas.microsoft.com/office/drawing/2014/main" id="{CC2BA613-6086-662B-0977-616732081E6F}"/>
              </a:ext>
            </a:extLst>
          </p:cNvPr>
          <p:cNvGraphicFramePr>
            <a:graphicFrameLocks noGrp="1"/>
          </p:cNvGraphicFramePr>
          <p:nvPr>
            <p:ph sz="half" idx="1"/>
            <p:extLst>
              <p:ext uri="{D42A27DB-BD31-4B8C-83A1-F6EECF244321}">
                <p14:modId xmlns:p14="http://schemas.microsoft.com/office/powerpoint/2010/main" val="3076004166"/>
              </p:ext>
            </p:extLst>
          </p:nvPr>
        </p:nvGraphicFramePr>
        <p:xfrm>
          <a:off x="838200" y="2620369"/>
          <a:ext cx="5181600" cy="384392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ymbol zastępczy zawartości 5">
            <a:extLst>
              <a:ext uri="{FF2B5EF4-FFF2-40B4-BE49-F238E27FC236}">
                <a16:creationId xmlns:a16="http://schemas.microsoft.com/office/drawing/2014/main" id="{F14A7545-5686-ABBC-C681-F475BB941E9B}"/>
              </a:ext>
            </a:extLst>
          </p:cNvPr>
          <p:cNvSpPr>
            <a:spLocks noGrp="1"/>
          </p:cNvSpPr>
          <p:nvPr>
            <p:ph sz="half" idx="2"/>
          </p:nvPr>
        </p:nvSpPr>
        <p:spPr>
          <a:xfrm>
            <a:off x="801514" y="2299855"/>
            <a:ext cx="5846936" cy="1239981"/>
          </a:xfrm>
        </p:spPr>
        <p:txBody>
          <a:bodyPr>
            <a:normAutofit/>
          </a:bodyPr>
          <a:lstStyle/>
          <a:p>
            <a:pPr marL="0" indent="0">
              <a:buNone/>
            </a:pPr>
            <a:r>
              <a:rPr lang="pl-PL" dirty="0"/>
              <a:t>W podanym etapie za cel (Sprint 3) postanowiliśmy sobie za cel utworzenie szkieletu funkcji która analizuje :</a:t>
            </a:r>
            <a:endParaRPr lang="en-US" dirty="0"/>
          </a:p>
          <a:p>
            <a:endParaRPr lang="pl-PL" dirty="0"/>
          </a:p>
        </p:txBody>
      </p:sp>
    </p:spTree>
    <p:extLst>
      <p:ext uri="{BB962C8B-B14F-4D97-AF65-F5344CB8AC3E}">
        <p14:creationId xmlns:p14="http://schemas.microsoft.com/office/powerpoint/2010/main" val="34829244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EC43D7F-8D8F-7442-27C8-684B413B1D6D}"/>
              </a:ext>
            </a:extLst>
          </p:cNvPr>
          <p:cNvSpPr>
            <a:spLocks noGrp="1"/>
          </p:cNvSpPr>
          <p:nvPr>
            <p:ph type="title"/>
          </p:nvPr>
        </p:nvSpPr>
        <p:spPr>
          <a:xfrm>
            <a:off x="1142639" y="266131"/>
            <a:ext cx="9932691" cy="846162"/>
          </a:xfrm>
        </p:spPr>
        <p:txBody>
          <a:bodyPr vert="horz" lIns="91440" tIns="45720" rIns="91440" bIns="45720" rtlCol="0" anchor="b">
            <a:normAutofit/>
          </a:bodyPr>
          <a:lstStyle/>
          <a:p>
            <a:pPr algn="ctr"/>
            <a:r>
              <a:rPr lang="en-US" sz="4800" dirty="0" err="1">
                <a:solidFill>
                  <a:srgbClr val="FFFFFF"/>
                </a:solidFill>
              </a:rPr>
              <a:t>Początkowy</a:t>
            </a:r>
            <a:r>
              <a:rPr lang="en-US" sz="4800" dirty="0">
                <a:solidFill>
                  <a:srgbClr val="FFFFFF"/>
                </a:solidFill>
              </a:rPr>
              <a:t> </a:t>
            </a:r>
            <a:r>
              <a:rPr lang="en-US" sz="4800" dirty="0" err="1">
                <a:solidFill>
                  <a:srgbClr val="FFFFFF"/>
                </a:solidFill>
              </a:rPr>
              <a:t>kod</a:t>
            </a:r>
            <a:endParaRPr lang="en-US" sz="4800" dirty="0">
              <a:solidFill>
                <a:srgbClr val="FFFFFF"/>
              </a:solidFill>
            </a:endParaRPr>
          </a:p>
        </p:txBody>
      </p:sp>
      <p:pic>
        <p:nvPicPr>
          <p:cNvPr id="5" name="Symbol zastępczy zawartości 4">
            <a:extLst>
              <a:ext uri="{FF2B5EF4-FFF2-40B4-BE49-F238E27FC236}">
                <a16:creationId xmlns:a16="http://schemas.microsoft.com/office/drawing/2014/main" id="{500455EF-D28A-367B-715D-18FDC7D76A3E}"/>
              </a:ext>
            </a:extLst>
          </p:cNvPr>
          <p:cNvPicPr>
            <a:picLocks noGrp="1" noChangeAspect="1"/>
          </p:cNvPicPr>
          <p:nvPr>
            <p:ph idx="1"/>
          </p:nvPr>
        </p:nvPicPr>
        <p:blipFill>
          <a:blip r:embed="rId2"/>
          <a:srcRect t="10721" r="2" b="3219"/>
          <a:stretch>
            <a:fillRect/>
          </a:stretch>
        </p:blipFill>
        <p:spPr>
          <a:xfrm>
            <a:off x="478528" y="1310186"/>
            <a:ext cx="4799176" cy="5399026"/>
          </a:xfrm>
          <a:prstGeom prst="rect">
            <a:avLst/>
          </a:prstGeom>
        </p:spPr>
      </p:pic>
      <p:pic>
        <p:nvPicPr>
          <p:cNvPr id="7" name="Obraz 6">
            <a:extLst>
              <a:ext uri="{FF2B5EF4-FFF2-40B4-BE49-F238E27FC236}">
                <a16:creationId xmlns:a16="http://schemas.microsoft.com/office/drawing/2014/main" id="{C74E88BF-2AD1-6553-0121-E2F98CF3B5CB}"/>
              </a:ext>
            </a:extLst>
          </p:cNvPr>
          <p:cNvPicPr>
            <a:picLocks noChangeAspect="1"/>
          </p:cNvPicPr>
          <p:nvPr/>
        </p:nvPicPr>
        <p:blipFill>
          <a:blip r:embed="rId3"/>
          <a:srcRect r="5224"/>
          <a:stretch>
            <a:fillRect/>
          </a:stretch>
        </p:blipFill>
        <p:spPr>
          <a:xfrm>
            <a:off x="5639228" y="1310186"/>
            <a:ext cx="6153210" cy="5145205"/>
          </a:xfrm>
          <a:prstGeom prst="rect">
            <a:avLst/>
          </a:prstGeom>
        </p:spPr>
      </p:pic>
    </p:spTree>
    <p:extLst>
      <p:ext uri="{BB962C8B-B14F-4D97-AF65-F5344CB8AC3E}">
        <p14:creationId xmlns:p14="http://schemas.microsoft.com/office/powerpoint/2010/main" val="15085621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C375B6ED-4464-8CFA-DC8A-E0F83CCFAEA7}"/>
              </a:ext>
            </a:extLst>
          </p:cNvPr>
          <p:cNvSpPr>
            <a:spLocks noGrp="1"/>
          </p:cNvSpPr>
          <p:nvPr>
            <p:ph type="title"/>
          </p:nvPr>
        </p:nvSpPr>
        <p:spPr>
          <a:xfrm>
            <a:off x="699713" y="248038"/>
            <a:ext cx="11125142" cy="1159200"/>
          </a:xfrm>
        </p:spPr>
        <p:txBody>
          <a:bodyPr vert="horz" lIns="91440" tIns="45720" rIns="91440" bIns="45720" rtlCol="0" anchor="ctr">
            <a:normAutofit fontScale="90000"/>
          </a:bodyPr>
          <a:lstStyle/>
          <a:p>
            <a:pPr algn="ctr"/>
            <a:r>
              <a:rPr lang="en-US" sz="3700" kern="1200" dirty="0" err="1">
                <a:solidFill>
                  <a:srgbClr val="FFFFFF"/>
                </a:solidFill>
                <a:latin typeface="+mj-lt"/>
                <a:ea typeface="+mj-ea"/>
                <a:cs typeface="+mj-cs"/>
              </a:rPr>
              <a:t>Testowanie</a:t>
            </a:r>
            <a:r>
              <a:rPr lang="en-US" sz="3700" kern="1200" dirty="0">
                <a:solidFill>
                  <a:srgbClr val="FFFFFF"/>
                </a:solidFill>
                <a:latin typeface="+mj-lt"/>
                <a:ea typeface="+mj-ea"/>
                <a:cs typeface="+mj-cs"/>
              </a:rPr>
              <a:t> </a:t>
            </a:r>
            <a:r>
              <a:rPr lang="en-US" sz="3700" kern="1200" dirty="0" err="1">
                <a:solidFill>
                  <a:srgbClr val="FFFFFF"/>
                </a:solidFill>
                <a:latin typeface="+mj-lt"/>
                <a:ea typeface="+mj-ea"/>
                <a:cs typeface="+mj-cs"/>
              </a:rPr>
              <a:t>wielu</a:t>
            </a:r>
            <a:r>
              <a:rPr lang="en-US" sz="3700" kern="1200" dirty="0">
                <a:solidFill>
                  <a:srgbClr val="FFFFFF"/>
                </a:solidFill>
                <a:latin typeface="+mj-lt"/>
                <a:ea typeface="+mj-ea"/>
                <a:cs typeface="+mj-cs"/>
              </a:rPr>
              <a:t> </a:t>
            </a:r>
            <a:r>
              <a:rPr lang="en-US" sz="3700" kern="1200" dirty="0" err="1">
                <a:solidFill>
                  <a:srgbClr val="FFFFFF"/>
                </a:solidFill>
                <a:latin typeface="+mj-lt"/>
                <a:ea typeface="+mj-ea"/>
                <a:cs typeface="+mj-cs"/>
              </a:rPr>
              <a:t>modeli</a:t>
            </a:r>
            <a:r>
              <a:rPr lang="en-US" sz="3700" kern="1200" dirty="0">
                <a:solidFill>
                  <a:srgbClr val="FFFFFF"/>
                </a:solidFill>
                <a:latin typeface="+mj-lt"/>
                <a:ea typeface="+mj-ea"/>
                <a:cs typeface="+mj-cs"/>
              </a:rPr>
              <a:t> </a:t>
            </a:r>
            <a:r>
              <a:rPr lang="en-US" sz="3700" kern="1200" dirty="0" err="1">
                <a:solidFill>
                  <a:srgbClr val="FFFFFF"/>
                </a:solidFill>
                <a:latin typeface="+mj-lt"/>
                <a:ea typeface="+mj-ea"/>
                <a:cs typeface="+mj-cs"/>
              </a:rPr>
              <a:t>podczas</a:t>
            </a:r>
            <a:r>
              <a:rPr lang="en-US" sz="3700" kern="1200" dirty="0">
                <a:solidFill>
                  <a:srgbClr val="FFFFFF"/>
                </a:solidFill>
                <a:latin typeface="+mj-lt"/>
                <a:ea typeface="+mj-ea"/>
                <a:cs typeface="+mj-cs"/>
              </a:rPr>
              <a:t> </a:t>
            </a:r>
            <a:r>
              <a:rPr lang="en-US" sz="3700" kern="1200" dirty="0" err="1">
                <a:solidFill>
                  <a:srgbClr val="FFFFFF"/>
                </a:solidFill>
                <a:latin typeface="+mj-lt"/>
                <a:ea typeface="+mj-ea"/>
                <a:cs typeface="+mj-cs"/>
              </a:rPr>
              <a:t>treningu</a:t>
            </a:r>
            <a:r>
              <a:rPr lang="en-US" sz="3700" kern="1200" dirty="0">
                <a:solidFill>
                  <a:srgbClr val="FFFFFF"/>
                </a:solidFill>
                <a:latin typeface="+mj-lt"/>
                <a:ea typeface="+mj-ea"/>
                <a:cs typeface="+mj-cs"/>
              </a:rPr>
              <a:t> (Sprint 4)</a:t>
            </a:r>
          </a:p>
        </p:txBody>
      </p:sp>
      <p:pic>
        <p:nvPicPr>
          <p:cNvPr id="4" name="MicrosoftTeams-video">
            <a:hlinkClick r:id="" action="ppaction://media"/>
            <a:extLst>
              <a:ext uri="{FF2B5EF4-FFF2-40B4-BE49-F238E27FC236}">
                <a16:creationId xmlns:a16="http://schemas.microsoft.com/office/drawing/2014/main" id="{334A9E97-979C-F943-34F9-01F5F525E306}"/>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3175578" y="2409537"/>
            <a:ext cx="6464300" cy="3636963"/>
          </a:xfrm>
          <a:prstGeom prst="rect">
            <a:avLst/>
          </a:prstGeom>
        </p:spPr>
      </p:pic>
    </p:spTree>
    <p:extLst>
      <p:ext uri="{BB962C8B-B14F-4D97-AF65-F5344CB8AC3E}">
        <p14:creationId xmlns:p14="http://schemas.microsoft.com/office/powerpoint/2010/main" val="565890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39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47F0C54-11E6-CDA6-7AC0-C20C6ED90846}"/>
              </a:ext>
            </a:extLst>
          </p:cNvPr>
          <p:cNvSpPr>
            <a:spLocks noGrp="1"/>
          </p:cNvSpPr>
          <p:nvPr>
            <p:ph type="title"/>
          </p:nvPr>
        </p:nvSpPr>
        <p:spPr>
          <a:xfrm>
            <a:off x="586477" y="2597727"/>
            <a:ext cx="3957813" cy="2327564"/>
          </a:xfrm>
        </p:spPr>
        <p:txBody>
          <a:bodyPr anchor="b">
            <a:normAutofit/>
          </a:bodyPr>
          <a:lstStyle/>
          <a:p>
            <a:pPr algn="ctr"/>
            <a:r>
              <a:rPr lang="en-US" sz="3100" dirty="0" err="1">
                <a:solidFill>
                  <a:srgbClr val="FFFFFF"/>
                </a:solidFill>
              </a:rPr>
              <a:t>Testowanie</a:t>
            </a:r>
            <a:r>
              <a:rPr lang="en-US" sz="3100" dirty="0">
                <a:solidFill>
                  <a:srgbClr val="FFFFFF"/>
                </a:solidFill>
              </a:rPr>
              <a:t> </a:t>
            </a:r>
            <a:r>
              <a:rPr lang="en-US" sz="3100" dirty="0" err="1">
                <a:solidFill>
                  <a:srgbClr val="FFFFFF"/>
                </a:solidFill>
              </a:rPr>
              <a:t>wielu</a:t>
            </a:r>
            <a:r>
              <a:rPr lang="en-US" sz="3100" dirty="0">
                <a:solidFill>
                  <a:srgbClr val="FFFFFF"/>
                </a:solidFill>
              </a:rPr>
              <a:t> </a:t>
            </a:r>
            <a:r>
              <a:rPr lang="en-US" sz="3100" dirty="0" err="1">
                <a:solidFill>
                  <a:srgbClr val="FFFFFF"/>
                </a:solidFill>
              </a:rPr>
              <a:t>modeli</a:t>
            </a:r>
            <a:r>
              <a:rPr lang="en-US" sz="3100" dirty="0">
                <a:solidFill>
                  <a:srgbClr val="FFFFFF"/>
                </a:solidFill>
              </a:rPr>
              <a:t> </a:t>
            </a:r>
            <a:r>
              <a:rPr lang="en-US" sz="3100" dirty="0" err="1">
                <a:solidFill>
                  <a:srgbClr val="FFFFFF"/>
                </a:solidFill>
              </a:rPr>
              <a:t>podczas</a:t>
            </a:r>
            <a:r>
              <a:rPr lang="en-US" sz="3100" dirty="0">
                <a:solidFill>
                  <a:srgbClr val="FFFFFF"/>
                </a:solidFill>
              </a:rPr>
              <a:t> </a:t>
            </a:r>
            <a:r>
              <a:rPr lang="en-US" sz="3100" dirty="0" err="1">
                <a:solidFill>
                  <a:srgbClr val="FFFFFF"/>
                </a:solidFill>
              </a:rPr>
              <a:t>treningu</a:t>
            </a:r>
            <a:r>
              <a:rPr lang="pl-PL" sz="3100" dirty="0">
                <a:solidFill>
                  <a:srgbClr val="FFFFFF"/>
                </a:solidFill>
              </a:rPr>
              <a:t> cz. II (Tydzień 9 (30.04) </a:t>
            </a:r>
          </a:p>
        </p:txBody>
      </p:sp>
      <p:graphicFrame>
        <p:nvGraphicFramePr>
          <p:cNvPr id="38" name="Symbol zastępczy zawartości 2">
            <a:extLst>
              <a:ext uri="{FF2B5EF4-FFF2-40B4-BE49-F238E27FC236}">
                <a16:creationId xmlns:a16="http://schemas.microsoft.com/office/drawing/2014/main" id="{A421F3FA-3E59-B9D7-BE58-FC1835F88777}"/>
              </a:ext>
            </a:extLst>
          </p:cNvPr>
          <p:cNvGraphicFramePr>
            <a:graphicFrameLocks noGrp="1"/>
          </p:cNvGraphicFramePr>
          <p:nvPr>
            <p:ph idx="1"/>
            <p:extLst>
              <p:ext uri="{D42A27DB-BD31-4B8C-83A1-F6EECF244321}">
                <p14:modId xmlns:p14="http://schemas.microsoft.com/office/powerpoint/2010/main" val="3882824084"/>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038338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267B1076-A23C-4691-E8D9-FEE29400C7A9}"/>
              </a:ext>
            </a:extLst>
          </p:cNvPr>
          <p:cNvSpPr>
            <a:spLocks noGrp="1"/>
          </p:cNvSpPr>
          <p:nvPr>
            <p:ph type="title"/>
          </p:nvPr>
        </p:nvSpPr>
        <p:spPr/>
        <p:txBody>
          <a:bodyPr>
            <a:normAutofit fontScale="90000"/>
          </a:bodyPr>
          <a:lstStyle/>
          <a:p>
            <a:r>
              <a:rPr lang="en-US" dirty="0" err="1"/>
              <a:t>Testowanie</a:t>
            </a:r>
            <a:r>
              <a:rPr lang="en-US" dirty="0"/>
              <a:t> </a:t>
            </a:r>
            <a:r>
              <a:rPr lang="en-US" dirty="0" err="1"/>
              <a:t>wielu</a:t>
            </a:r>
            <a:r>
              <a:rPr lang="en-US" dirty="0"/>
              <a:t> </a:t>
            </a:r>
            <a:r>
              <a:rPr lang="en-US" dirty="0" err="1"/>
              <a:t>modeli</a:t>
            </a:r>
            <a:r>
              <a:rPr lang="en-US" dirty="0"/>
              <a:t> </a:t>
            </a:r>
            <a:r>
              <a:rPr lang="en-US" dirty="0" err="1"/>
              <a:t>podczas</a:t>
            </a:r>
            <a:r>
              <a:rPr lang="en-US" dirty="0"/>
              <a:t> </a:t>
            </a:r>
            <a:r>
              <a:rPr lang="en-US" dirty="0" err="1"/>
              <a:t>treningu</a:t>
            </a:r>
            <a:r>
              <a:rPr lang="pl-PL" dirty="0"/>
              <a:t> cz. III (Tydzień 10 (7.05) )</a:t>
            </a:r>
          </a:p>
        </p:txBody>
      </p:sp>
      <p:graphicFrame>
        <p:nvGraphicFramePr>
          <p:cNvPr id="52" name="Symbol zastępczy zawartości 2">
            <a:extLst>
              <a:ext uri="{FF2B5EF4-FFF2-40B4-BE49-F238E27FC236}">
                <a16:creationId xmlns:a16="http://schemas.microsoft.com/office/drawing/2014/main" id="{421B4942-E537-5D07-649A-EB1AA448B404}"/>
              </a:ext>
            </a:extLst>
          </p:cNvPr>
          <p:cNvGraphicFramePr>
            <a:graphicFrameLocks noGrp="1"/>
          </p:cNvGraphicFramePr>
          <p:nvPr>
            <p:ph idx="1"/>
          </p:nvPr>
        </p:nvGraphicFramePr>
        <p:xfrm>
          <a:off x="819150" y="2222500"/>
          <a:ext cx="10553700" cy="3636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785837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31F55E0-4704-F269-1C92-438840E4E94A}"/>
              </a:ext>
            </a:extLst>
          </p:cNvPr>
          <p:cNvSpPr>
            <a:spLocks noGrp="1"/>
          </p:cNvSpPr>
          <p:nvPr>
            <p:ph type="title"/>
          </p:nvPr>
        </p:nvSpPr>
        <p:spPr>
          <a:xfrm>
            <a:off x="630936" y="2576945"/>
            <a:ext cx="4948230" cy="3563805"/>
          </a:xfrm>
          <a:noFill/>
        </p:spPr>
        <p:txBody>
          <a:bodyPr anchor="t">
            <a:normAutofit/>
          </a:bodyPr>
          <a:lstStyle/>
          <a:p>
            <a:r>
              <a:rPr lang="en-US" sz="3600" dirty="0" err="1"/>
              <a:t>Testowanie</a:t>
            </a:r>
            <a:r>
              <a:rPr lang="en-US" sz="3600" dirty="0"/>
              <a:t> </a:t>
            </a:r>
            <a:r>
              <a:rPr lang="en-US" sz="3600" dirty="0" err="1"/>
              <a:t>wielu</a:t>
            </a:r>
            <a:r>
              <a:rPr lang="en-US" sz="3600" dirty="0"/>
              <a:t> </a:t>
            </a:r>
            <a:r>
              <a:rPr lang="en-US" sz="3600" dirty="0" err="1"/>
              <a:t>modeli</a:t>
            </a:r>
            <a:r>
              <a:rPr lang="en-US" sz="3600" dirty="0"/>
              <a:t> </a:t>
            </a:r>
            <a:r>
              <a:rPr lang="en-US" sz="3600" dirty="0" err="1"/>
              <a:t>podczas</a:t>
            </a:r>
            <a:r>
              <a:rPr lang="en-US" sz="3600" dirty="0"/>
              <a:t> </a:t>
            </a:r>
            <a:r>
              <a:rPr lang="en-US" sz="3600" dirty="0" err="1"/>
              <a:t>treningu</a:t>
            </a:r>
            <a:r>
              <a:rPr lang="pl-PL" sz="3600" dirty="0"/>
              <a:t> cz. IV (Tydzień 11 (14.05) )</a:t>
            </a:r>
          </a:p>
        </p:txBody>
      </p:sp>
      <p:graphicFrame>
        <p:nvGraphicFramePr>
          <p:cNvPr id="58" name="Symbol zastępczy zawartości 2">
            <a:extLst>
              <a:ext uri="{FF2B5EF4-FFF2-40B4-BE49-F238E27FC236}">
                <a16:creationId xmlns:a16="http://schemas.microsoft.com/office/drawing/2014/main" id="{A5D79C92-09DB-5B5F-1406-92138FB498A8}"/>
              </a:ext>
            </a:extLst>
          </p:cNvPr>
          <p:cNvGraphicFramePr>
            <a:graphicFrameLocks noGrp="1"/>
          </p:cNvGraphicFramePr>
          <p:nvPr>
            <p:ph idx="1"/>
            <p:extLst>
              <p:ext uri="{D42A27DB-BD31-4B8C-83A1-F6EECF244321}">
                <p14:modId xmlns:p14="http://schemas.microsoft.com/office/powerpoint/2010/main" val="4165043691"/>
              </p:ext>
            </p:extLst>
          </p:nvPr>
        </p:nvGraphicFramePr>
        <p:xfrm>
          <a:off x="5815855" y="546369"/>
          <a:ext cx="5508711" cy="55098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38211275"/>
      </p:ext>
    </p:extLst>
  </p:cSld>
  <p:clrMapOvr>
    <a:overrideClrMapping bg1="dk1" tx1="lt1" bg2="dk2" tx2="lt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69AAB57C-9069-7563-FDFB-8765F0E63323}"/>
              </a:ext>
            </a:extLst>
          </p:cNvPr>
          <p:cNvSpPr>
            <a:spLocks noGrp="1"/>
          </p:cNvSpPr>
          <p:nvPr>
            <p:ph type="title"/>
          </p:nvPr>
        </p:nvSpPr>
        <p:spPr/>
        <p:txBody>
          <a:bodyPr/>
          <a:lstStyle/>
          <a:p>
            <a:r>
              <a:rPr lang="pl-PL" dirty="0"/>
              <a:t>Opracowanie warstwy graficznej projektu</a:t>
            </a:r>
          </a:p>
        </p:txBody>
      </p:sp>
      <p:sp>
        <p:nvSpPr>
          <p:cNvPr id="3" name="Symbol zastępczy zawartości 2">
            <a:extLst>
              <a:ext uri="{FF2B5EF4-FFF2-40B4-BE49-F238E27FC236}">
                <a16:creationId xmlns:a16="http://schemas.microsoft.com/office/drawing/2014/main" id="{6FAB6EBD-36F1-2C33-60DB-1A8A829D6A71}"/>
              </a:ext>
            </a:extLst>
          </p:cNvPr>
          <p:cNvSpPr>
            <a:spLocks noGrp="1"/>
          </p:cNvSpPr>
          <p:nvPr>
            <p:ph idx="1"/>
          </p:nvPr>
        </p:nvSpPr>
        <p:spPr/>
        <p:txBody>
          <a:bodyPr/>
          <a:lstStyle/>
          <a:p>
            <a:pPr marL="0" indent="0" algn="ctr">
              <a:buNone/>
            </a:pPr>
            <a:r>
              <a:rPr lang="pl-PL" dirty="0"/>
              <a:t>Warstwa GUI została oparta na trzech głównych plikach:</a:t>
            </a:r>
          </a:p>
          <a:p>
            <a:pPr algn="ctr">
              <a:buFontTx/>
              <a:buChar char="-"/>
            </a:pPr>
            <a:r>
              <a:rPr lang="pl-PL" b="1" dirty="0"/>
              <a:t>pose_session.py </a:t>
            </a:r>
            <a:r>
              <a:rPr lang="pl-PL" dirty="0"/>
              <a:t>- Ten plik służy jako integracja skomplikowanej logiki szkieletowej (z pliku szkieletu ) ze wstrzykiwanym interfejsem graficznym (GUI). </a:t>
            </a:r>
          </a:p>
          <a:p>
            <a:pPr algn="ctr">
              <a:buFontTx/>
              <a:buChar char="-"/>
            </a:pPr>
            <a:r>
              <a:rPr lang="pl-PL" b="1" dirty="0"/>
              <a:t>mdi.py </a:t>
            </a:r>
            <a:r>
              <a:rPr lang="pl-PL" dirty="0"/>
              <a:t>- Klasy napisane w tym skrypcie imitują "Okienka Windows", gdzie obszarem roboczym jest główny panel całego programu</a:t>
            </a:r>
          </a:p>
          <a:p>
            <a:pPr algn="ctr">
              <a:buFontTx/>
              <a:buChar char="-"/>
            </a:pPr>
            <a:r>
              <a:rPr lang="pl-PL" b="1" dirty="0"/>
              <a:t>gui.py </a:t>
            </a:r>
            <a:r>
              <a:rPr lang="pl-PL" dirty="0"/>
              <a:t>- Ten skrypt zawiera kod związany z konfiguracją elementów, budowaniem instancji klas i sterowaniem całego interfejsu</a:t>
            </a:r>
          </a:p>
        </p:txBody>
      </p:sp>
    </p:spTree>
    <p:extLst>
      <p:ext uri="{BB962C8B-B14F-4D97-AF65-F5344CB8AC3E}">
        <p14:creationId xmlns:p14="http://schemas.microsoft.com/office/powerpoint/2010/main" val="29789679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F13F737-174D-39A8-3D67-85B3E0F7822E}"/>
              </a:ext>
            </a:extLst>
          </p:cNvPr>
          <p:cNvSpPr>
            <a:spLocks noGrp="1"/>
          </p:cNvSpPr>
          <p:nvPr>
            <p:ph type="title"/>
          </p:nvPr>
        </p:nvSpPr>
        <p:spPr>
          <a:xfrm>
            <a:off x="810000" y="447188"/>
            <a:ext cx="10571998" cy="970450"/>
          </a:xfrm>
        </p:spPr>
        <p:txBody>
          <a:bodyPr>
            <a:normAutofit/>
          </a:bodyPr>
          <a:lstStyle/>
          <a:p>
            <a:pPr>
              <a:lnSpc>
                <a:spcPct val="90000"/>
              </a:lnSpc>
            </a:pPr>
            <a:r>
              <a:rPr lang="pl-PL" sz="3400" dirty="0"/>
              <a:t>Funkcje obsługujące GUI w pliku pose_session.py</a:t>
            </a:r>
          </a:p>
        </p:txBody>
      </p:sp>
      <p:graphicFrame>
        <p:nvGraphicFramePr>
          <p:cNvPr id="6" name="Symbol zastępczy zawartości 2">
            <a:extLst>
              <a:ext uri="{FF2B5EF4-FFF2-40B4-BE49-F238E27FC236}">
                <a16:creationId xmlns:a16="http://schemas.microsoft.com/office/drawing/2014/main" id="{9D6CB7AD-B1A4-8496-C079-2EE54D433012}"/>
              </a:ext>
            </a:extLst>
          </p:cNvPr>
          <p:cNvGraphicFramePr>
            <a:graphicFrameLocks noGrp="1"/>
          </p:cNvGraphicFramePr>
          <p:nvPr>
            <p:ph idx="1"/>
            <p:extLst>
              <p:ext uri="{D42A27DB-BD31-4B8C-83A1-F6EECF244321}">
                <p14:modId xmlns:p14="http://schemas.microsoft.com/office/powerpoint/2010/main" val="3834039564"/>
              </p:ext>
            </p:extLst>
          </p:nvPr>
        </p:nvGraphicFramePr>
        <p:xfrm>
          <a:off x="819150" y="2410691"/>
          <a:ext cx="10553700" cy="3581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417371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C83EED01-15DB-52DA-9B84-A5AB2421D54B}"/>
              </a:ext>
            </a:extLst>
          </p:cNvPr>
          <p:cNvSpPr>
            <a:spLocks noGrp="1"/>
          </p:cNvSpPr>
          <p:nvPr>
            <p:ph type="title"/>
          </p:nvPr>
        </p:nvSpPr>
        <p:spPr>
          <a:xfrm>
            <a:off x="602673" y="447187"/>
            <a:ext cx="10938163" cy="1139157"/>
          </a:xfrm>
        </p:spPr>
        <p:txBody>
          <a:bodyPr/>
          <a:lstStyle/>
          <a:p>
            <a:r>
              <a:rPr lang="pl-PL" sz="3200" dirty="0"/>
              <a:t>Klasy i metody obsługujące GUI w pliku mdi.py cz. I </a:t>
            </a:r>
          </a:p>
        </p:txBody>
      </p:sp>
      <p:sp>
        <p:nvSpPr>
          <p:cNvPr id="3" name="Symbol zastępczy zawartości 2">
            <a:extLst>
              <a:ext uri="{FF2B5EF4-FFF2-40B4-BE49-F238E27FC236}">
                <a16:creationId xmlns:a16="http://schemas.microsoft.com/office/drawing/2014/main" id="{3009CCA7-8E28-A07B-A0B3-7F81EECEC480}"/>
              </a:ext>
            </a:extLst>
          </p:cNvPr>
          <p:cNvSpPr>
            <a:spLocks noGrp="1"/>
          </p:cNvSpPr>
          <p:nvPr>
            <p:ph idx="1"/>
          </p:nvPr>
        </p:nvSpPr>
        <p:spPr>
          <a:xfrm>
            <a:off x="818711" y="2431473"/>
            <a:ext cx="10853743" cy="4287982"/>
          </a:xfrm>
        </p:spPr>
        <p:txBody>
          <a:bodyPr>
            <a:normAutofit fontScale="55000" lnSpcReduction="20000"/>
          </a:bodyPr>
          <a:lstStyle/>
          <a:p>
            <a:pPr marL="0" indent="0">
              <a:buNone/>
            </a:pPr>
            <a:r>
              <a:rPr lang="pl-PL" sz="2200" b="1" dirty="0" err="1"/>
              <a:t>MDIChildWindow</a:t>
            </a:r>
            <a:r>
              <a:rPr lang="pl-PL" dirty="0"/>
              <a:t> : </a:t>
            </a:r>
          </a:p>
          <a:p>
            <a:pPr marL="0" indent="0">
              <a:buNone/>
            </a:pPr>
            <a:r>
              <a:rPr lang="pl-PL" dirty="0"/>
              <a:t>	</a:t>
            </a:r>
            <a:r>
              <a:rPr lang="pl-PL" b="1" dirty="0"/>
              <a:t>__</a:t>
            </a:r>
            <a:r>
              <a:rPr lang="pl-PL" b="1" dirty="0" err="1"/>
              <a:t>init</a:t>
            </a:r>
            <a:r>
              <a:rPr lang="pl-PL" b="1" dirty="0"/>
              <a:t>__()</a:t>
            </a:r>
            <a:r>
              <a:rPr lang="pl-PL" dirty="0"/>
              <a:t>: Konstruktor renderujący wygląd okienka.</a:t>
            </a:r>
          </a:p>
          <a:p>
            <a:pPr marL="0" indent="0">
              <a:buNone/>
            </a:pPr>
            <a:r>
              <a:rPr lang="pl-PL" dirty="0"/>
              <a:t>	</a:t>
            </a:r>
            <a:r>
              <a:rPr lang="pl-PL" b="1" dirty="0" err="1"/>
              <a:t>place_at</a:t>
            </a:r>
            <a:r>
              <a:rPr lang="pl-PL" b="1" dirty="0"/>
              <a:t>(): </a:t>
            </a:r>
            <a:r>
              <a:rPr lang="pl-PL" dirty="0"/>
              <a:t>Pomocnicza funkcja przenosząca to okienko na wskazany przez x i y punkt osi.</a:t>
            </a:r>
          </a:p>
          <a:p>
            <a:pPr marL="0" indent="0">
              <a:buNone/>
            </a:pPr>
            <a:r>
              <a:rPr lang="pl-PL" dirty="0"/>
              <a:t>	</a:t>
            </a:r>
            <a:r>
              <a:rPr lang="pl-PL" b="1" dirty="0" err="1"/>
              <a:t>place_centered</a:t>
            </a:r>
            <a:r>
              <a:rPr lang="pl-PL" b="1" dirty="0"/>
              <a:t>(): </a:t>
            </a:r>
            <a:r>
              <a:rPr lang="pl-PL" dirty="0"/>
              <a:t>Ustawia okienko precyzyjnie na samym środku.</a:t>
            </a:r>
          </a:p>
          <a:p>
            <a:pPr marL="0" indent="0">
              <a:buNone/>
            </a:pPr>
            <a:r>
              <a:rPr lang="pl-PL" dirty="0"/>
              <a:t>	</a:t>
            </a:r>
            <a:r>
              <a:rPr lang="pl-PL" b="1" dirty="0"/>
              <a:t>_</a:t>
            </a:r>
            <a:r>
              <a:rPr lang="pl-PL" b="1" dirty="0" err="1"/>
              <a:t>mute_hex</a:t>
            </a:r>
            <a:r>
              <a:rPr lang="pl-PL" b="1" dirty="0"/>
              <a:t>(): </a:t>
            </a:r>
            <a:r>
              <a:rPr lang="pl-PL" dirty="0"/>
              <a:t>Wyciąga dane koloru HEX i wylicza ciemniejszą i wyszarzałą paletę do stylizacji przy braku aktywności.</a:t>
            </a:r>
          </a:p>
          <a:p>
            <a:pPr marL="0" indent="0">
              <a:buNone/>
            </a:pPr>
            <a:r>
              <a:rPr lang="pl-PL" dirty="0"/>
              <a:t>	</a:t>
            </a:r>
            <a:r>
              <a:rPr lang="pl-PL" b="1" dirty="0"/>
              <a:t>_</a:t>
            </a:r>
            <a:r>
              <a:rPr lang="pl-PL" b="1" dirty="0" err="1"/>
              <a:t>mute_color</a:t>
            </a:r>
            <a:r>
              <a:rPr lang="pl-PL" b="1" dirty="0"/>
              <a:t>(): </a:t>
            </a:r>
            <a:r>
              <a:rPr lang="pl-PL" dirty="0"/>
              <a:t>Steruje metodą opisaną powyżej, jeśli użyto systemowego nazywania koloru </a:t>
            </a:r>
          </a:p>
          <a:p>
            <a:pPr marL="0" indent="0">
              <a:buNone/>
            </a:pPr>
            <a:r>
              <a:rPr lang="pl-PL" dirty="0"/>
              <a:t>	</a:t>
            </a:r>
            <a:r>
              <a:rPr lang="pl-PL" b="1" dirty="0"/>
              <a:t>_</a:t>
            </a:r>
            <a:r>
              <a:rPr lang="pl-PL" b="1" dirty="0" err="1"/>
              <a:t>save_and_set</a:t>
            </a:r>
            <a:r>
              <a:rPr lang="pl-PL" b="1" dirty="0"/>
              <a:t>(): </a:t>
            </a:r>
            <a:r>
              <a:rPr lang="pl-PL" dirty="0"/>
              <a:t>Odpowiada za zapis dawnego stanu obiektu UI, aby nie zgubić jego wyglądu przed przygaszeniem okna.</a:t>
            </a:r>
          </a:p>
          <a:p>
            <a:pPr marL="0" indent="0">
              <a:buNone/>
            </a:pPr>
            <a:r>
              <a:rPr lang="pl-PL" dirty="0"/>
              <a:t>	</a:t>
            </a:r>
            <a:r>
              <a:rPr lang="pl-PL" b="1" dirty="0"/>
              <a:t>_</a:t>
            </a:r>
            <a:r>
              <a:rPr lang="pl-PL" b="1" dirty="0" err="1"/>
              <a:t>restore_widget_styles</a:t>
            </a:r>
            <a:r>
              <a:rPr lang="pl-PL" b="1" dirty="0"/>
              <a:t>():</a:t>
            </a:r>
            <a:r>
              <a:rPr lang="pl-PL" dirty="0"/>
              <a:t> Odpina i przywraca wcześniej zapisane za pomocą _</a:t>
            </a:r>
            <a:r>
              <a:rPr lang="pl-PL" dirty="0" err="1"/>
              <a:t>save_and_set</a:t>
            </a:r>
            <a:r>
              <a:rPr lang="pl-PL" dirty="0"/>
              <a:t> własności konkretnego zgaszonego elementu z pamięci słownika 	podręcznego.</a:t>
            </a:r>
          </a:p>
          <a:p>
            <a:pPr marL="0" indent="0">
              <a:buNone/>
            </a:pPr>
            <a:r>
              <a:rPr lang="pl-PL" dirty="0"/>
              <a:t>	</a:t>
            </a:r>
            <a:r>
              <a:rPr lang="pl-PL" b="1" dirty="0"/>
              <a:t>_</a:t>
            </a:r>
            <a:r>
              <a:rPr lang="pl-PL" b="1" dirty="0" err="1"/>
              <a:t>restore_tree</a:t>
            </a:r>
            <a:r>
              <a:rPr lang="pl-PL" b="1" dirty="0"/>
              <a:t>(): </a:t>
            </a:r>
            <a:r>
              <a:rPr lang="pl-PL" dirty="0"/>
              <a:t>Rekursywnie używa _</a:t>
            </a:r>
            <a:r>
              <a:rPr lang="pl-PL" dirty="0" err="1"/>
              <a:t>restore_widget_styles</a:t>
            </a:r>
            <a:r>
              <a:rPr lang="pl-PL" dirty="0"/>
              <a:t> na każdej warstwie zagnieżdżenia obiektów wewnątrz badanego okna.</a:t>
            </a:r>
          </a:p>
          <a:p>
            <a:pPr marL="0" indent="0">
              <a:buNone/>
            </a:pPr>
            <a:r>
              <a:rPr lang="pl-PL" dirty="0"/>
              <a:t>	</a:t>
            </a:r>
            <a:r>
              <a:rPr lang="pl-PL" b="1" dirty="0"/>
              <a:t>_</a:t>
            </a:r>
            <a:r>
              <a:rPr lang="pl-PL" b="1" dirty="0" err="1"/>
              <a:t>apply_dim_to_tree</a:t>
            </a:r>
            <a:r>
              <a:rPr lang="pl-PL" b="1" dirty="0"/>
              <a:t>(): </a:t>
            </a:r>
            <a:r>
              <a:rPr lang="pl-PL" dirty="0"/>
              <a:t>Przebiega (także rekursywnie) po strefie zamykanego (przestającego być głównym celem interakcji użytkownika) okna i do elementów w 	nim wywołuje zgaszenie/przyciemnienie używając _</a:t>
            </a:r>
            <a:r>
              <a:rPr lang="pl-PL" dirty="0" err="1"/>
              <a:t>save_and_set</a:t>
            </a:r>
            <a:r>
              <a:rPr lang="pl-PL" dirty="0"/>
              <a:t>.</a:t>
            </a:r>
          </a:p>
          <a:p>
            <a:pPr marL="0" indent="0">
              <a:buNone/>
            </a:pPr>
            <a:r>
              <a:rPr lang="pl-PL" dirty="0"/>
              <a:t>	</a:t>
            </a:r>
            <a:r>
              <a:rPr lang="pl-PL" b="1" dirty="0"/>
              <a:t>_</a:t>
            </a:r>
            <a:r>
              <a:rPr lang="pl-PL" b="1" dirty="0" err="1"/>
              <a:t>on_dimmed_click</a:t>
            </a:r>
            <a:r>
              <a:rPr lang="pl-PL" b="1" dirty="0"/>
              <a:t>(): </a:t>
            </a:r>
            <a:r>
              <a:rPr lang="pl-PL" dirty="0"/>
              <a:t>Aktywuje się w momencie dotknięcia uśpionego obszaru i zawiadamia główny obszar roboczy, że okno znowu jest w stanie skupienia.</a:t>
            </a:r>
          </a:p>
          <a:p>
            <a:pPr marL="0" indent="0">
              <a:buNone/>
            </a:pPr>
            <a:r>
              <a:rPr lang="pl-PL" dirty="0"/>
              <a:t>	</a:t>
            </a:r>
            <a:r>
              <a:rPr lang="pl-PL" b="1" dirty="0" err="1"/>
              <a:t>set_dimmed</a:t>
            </a:r>
            <a:r>
              <a:rPr lang="pl-PL" b="1" dirty="0"/>
              <a:t>(): </a:t>
            </a:r>
            <a:r>
              <a:rPr lang="pl-PL" dirty="0"/>
              <a:t>Główny mechanizm zmieniający zgaszony stan. Zarządza podpinaniem odpowiednich kliknięć aktywacyjnych.</a:t>
            </a:r>
          </a:p>
          <a:p>
            <a:pPr marL="0" indent="0">
              <a:buNone/>
            </a:pPr>
            <a:r>
              <a:rPr lang="pl-PL" dirty="0"/>
              <a:t>	</a:t>
            </a:r>
            <a:r>
              <a:rPr lang="pl-PL" b="1" dirty="0"/>
              <a:t>_</a:t>
            </a:r>
            <a:r>
              <a:rPr lang="pl-PL" b="1" dirty="0" err="1"/>
              <a:t>focus</a:t>
            </a:r>
            <a:r>
              <a:rPr lang="pl-PL" b="1" dirty="0"/>
              <a:t>(): </a:t>
            </a:r>
            <a:r>
              <a:rPr lang="pl-PL" dirty="0"/>
              <a:t>Metoda wymuszająca wyjście danego widoku na sam wierzch warstw.</a:t>
            </a:r>
          </a:p>
          <a:p>
            <a:pPr marL="0" indent="0">
              <a:buNone/>
            </a:pPr>
            <a:r>
              <a:rPr lang="pl-PL" dirty="0"/>
              <a:t>	</a:t>
            </a:r>
            <a:r>
              <a:rPr lang="pl-PL" b="1" dirty="0"/>
              <a:t>_</a:t>
            </a:r>
            <a:r>
              <a:rPr lang="pl-PL" b="1" dirty="0" err="1"/>
              <a:t>start_drag</a:t>
            </a:r>
            <a:r>
              <a:rPr lang="pl-PL" b="1" dirty="0"/>
              <a:t>(): </a:t>
            </a:r>
            <a:r>
              <a:rPr lang="pl-PL" dirty="0"/>
              <a:t>Połączone systemy kalkulujące kliknięcie punktu startowego na belce systemowej (uchwyt), pobierające przesunięcie kursora po osi okna matki, by 	dynamicznie obliczać i "układać" panel przesuwając po systemie w taki sposób, aby powstrzymać okno przed "ucieczką" poza zdefiniowany kraniec ekranu obszaru.</a:t>
            </a:r>
          </a:p>
          <a:p>
            <a:pPr marL="0" indent="0">
              <a:buNone/>
            </a:pPr>
            <a:r>
              <a:rPr lang="pl-PL" dirty="0"/>
              <a:t>	</a:t>
            </a:r>
            <a:r>
              <a:rPr lang="pl-PL" b="1" dirty="0" err="1"/>
              <a:t>close</a:t>
            </a:r>
            <a:r>
              <a:rPr lang="pl-PL" b="1" dirty="0"/>
              <a:t>(): </a:t>
            </a:r>
            <a:r>
              <a:rPr lang="pl-PL" dirty="0"/>
              <a:t>Służy do zniszczenia struktury i usunięcia odniesień tego obiektu okienka z nadrzędnego słownika.</a:t>
            </a:r>
          </a:p>
          <a:p>
            <a:endParaRPr lang="pl-PL" dirty="0"/>
          </a:p>
        </p:txBody>
      </p:sp>
    </p:spTree>
    <p:extLst>
      <p:ext uri="{BB962C8B-B14F-4D97-AF65-F5344CB8AC3E}">
        <p14:creationId xmlns:p14="http://schemas.microsoft.com/office/powerpoint/2010/main" val="12806681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020E48A6-D4C4-765C-B897-DCE3D33430BB}"/>
              </a:ext>
            </a:extLst>
          </p:cNvPr>
          <p:cNvSpPr>
            <a:spLocks noGrp="1"/>
          </p:cNvSpPr>
          <p:nvPr>
            <p:ph type="title"/>
          </p:nvPr>
        </p:nvSpPr>
        <p:spPr>
          <a:xfrm>
            <a:off x="422563" y="447188"/>
            <a:ext cx="11533909" cy="970450"/>
          </a:xfrm>
        </p:spPr>
        <p:txBody>
          <a:bodyPr/>
          <a:lstStyle/>
          <a:p>
            <a:r>
              <a:rPr lang="pl-PL" sz="3200" dirty="0"/>
              <a:t>Klasy i metody obsługujące GUI w pliku mdi.py cz. II</a:t>
            </a:r>
          </a:p>
        </p:txBody>
      </p:sp>
      <p:sp>
        <p:nvSpPr>
          <p:cNvPr id="3" name="Symbol zastępczy zawartości 2">
            <a:extLst>
              <a:ext uri="{FF2B5EF4-FFF2-40B4-BE49-F238E27FC236}">
                <a16:creationId xmlns:a16="http://schemas.microsoft.com/office/drawing/2014/main" id="{69D1352F-A6E7-2130-A1A7-E2D55760E5CD}"/>
              </a:ext>
            </a:extLst>
          </p:cNvPr>
          <p:cNvSpPr>
            <a:spLocks noGrp="1"/>
          </p:cNvSpPr>
          <p:nvPr>
            <p:ph idx="1"/>
          </p:nvPr>
        </p:nvSpPr>
        <p:spPr>
          <a:xfrm>
            <a:off x="818712" y="2092036"/>
            <a:ext cx="10554574" cy="4447309"/>
          </a:xfrm>
        </p:spPr>
        <p:txBody>
          <a:bodyPr>
            <a:normAutofit fontScale="32500" lnSpcReduction="20000"/>
          </a:bodyPr>
          <a:lstStyle/>
          <a:p>
            <a:pPr marL="0" indent="0">
              <a:buNone/>
            </a:pPr>
            <a:r>
              <a:rPr lang="pl-PL" sz="3400" b="1" dirty="0" err="1"/>
              <a:t>MDIWorkspace</a:t>
            </a:r>
            <a:r>
              <a:rPr lang="pl-PL" sz="3400" dirty="0"/>
              <a:t> (Zarządca przestrzeni na wszystkie okienka):</a:t>
            </a:r>
          </a:p>
          <a:p>
            <a:pPr marL="0" indent="0">
              <a:buNone/>
            </a:pPr>
            <a:r>
              <a:rPr lang="pl-PL" sz="2800" dirty="0"/>
              <a:t>	</a:t>
            </a:r>
            <a:r>
              <a:rPr lang="pl-PL" sz="2800" b="1" dirty="0"/>
              <a:t>__</a:t>
            </a:r>
            <a:r>
              <a:rPr lang="pl-PL" sz="2800" b="1" dirty="0" err="1"/>
              <a:t>init</a:t>
            </a:r>
            <a:r>
              <a:rPr lang="pl-PL" sz="2800" b="1" dirty="0"/>
              <a:t>__()</a:t>
            </a:r>
            <a:endParaRPr lang="pl-PL" sz="2800" dirty="0"/>
          </a:p>
          <a:p>
            <a:pPr marL="0" indent="0">
              <a:buNone/>
            </a:pPr>
            <a:r>
              <a:rPr lang="pl-PL" sz="2800" dirty="0"/>
              <a:t>	</a:t>
            </a:r>
            <a:r>
              <a:rPr lang="pl-PL" sz="2800" b="1" dirty="0" err="1"/>
              <a:t>next_cascade_position</a:t>
            </a:r>
            <a:r>
              <a:rPr lang="pl-PL" sz="2800" b="1" dirty="0"/>
              <a:t>(): </a:t>
            </a:r>
            <a:r>
              <a:rPr lang="pl-PL" sz="2800" dirty="0"/>
              <a:t>Oddaje nową, pustą przestrzeń ułożenia pod-okienka dla </a:t>
            </a:r>
            <a:r>
              <a:rPr lang="pl-PL" sz="2800" dirty="0" err="1"/>
              <a:t>wywołań</a:t>
            </a:r>
            <a:r>
              <a:rPr lang="pl-PL" sz="2800" dirty="0"/>
              <a:t> awaryjnych lub braku innej dostępnej i pustej lokacji</a:t>
            </a:r>
          </a:p>
          <a:p>
            <a:pPr marL="0" indent="0">
              <a:buNone/>
            </a:pPr>
            <a:r>
              <a:rPr lang="pl-PL" sz="2800" dirty="0"/>
              <a:t>	</a:t>
            </a:r>
            <a:r>
              <a:rPr lang="pl-PL" sz="2800" b="1" dirty="0" err="1"/>
              <a:t>set_focus_window</a:t>
            </a:r>
            <a:r>
              <a:rPr lang="pl-PL" sz="2800" b="1" dirty="0"/>
              <a:t>(): </a:t>
            </a:r>
            <a:r>
              <a:rPr lang="pl-PL" sz="2800" dirty="0"/>
              <a:t>Iteruje się przez system, znajdując klucz podanego okienka z uwagą i aplikując wyżej opisaną na oknie własność odświeżającą kolory, by uwypuklić go</a:t>
            </a:r>
          </a:p>
          <a:p>
            <a:pPr marL="0" indent="0">
              <a:buNone/>
            </a:pPr>
            <a:r>
              <a:rPr lang="pl-PL" sz="2800" b="1" dirty="0"/>
              <a:t>	</a:t>
            </a:r>
            <a:r>
              <a:rPr lang="pl-PL" sz="2800" b="1" dirty="0" err="1"/>
              <a:t>open_window</a:t>
            </a:r>
            <a:r>
              <a:rPr lang="pl-PL" sz="2800" b="1" dirty="0"/>
              <a:t>() : </a:t>
            </a:r>
            <a:r>
              <a:rPr lang="pl-PL" sz="2800" dirty="0"/>
              <a:t>Centralna komenda generowania nowego podokna i narzucania na niego wszystkich potrzebnych "</a:t>
            </a:r>
            <a:r>
              <a:rPr lang="pl-PL" sz="2800" dirty="0" err="1"/>
              <a:t>callbacków</a:t>
            </a:r>
            <a:r>
              <a:rPr lang="pl-PL" sz="2800" dirty="0"/>
              <a:t>"</a:t>
            </a:r>
          </a:p>
          <a:p>
            <a:pPr marL="0" indent="0">
              <a:buNone/>
            </a:pPr>
            <a:r>
              <a:rPr lang="pl-PL" sz="2800" dirty="0"/>
              <a:t>	</a:t>
            </a:r>
            <a:r>
              <a:rPr lang="pl-PL" sz="2800" b="1" dirty="0" err="1"/>
              <a:t>close_window</a:t>
            </a:r>
            <a:r>
              <a:rPr lang="pl-PL" sz="2800" b="1" dirty="0"/>
              <a:t>(): </a:t>
            </a:r>
            <a:r>
              <a:rPr lang="pl-PL" sz="2800" dirty="0"/>
              <a:t>Typowy mechanizm dodaj i usuń zarządzany kluczem, sprawdzający, czy dany obiekt egzystuje.</a:t>
            </a:r>
          </a:p>
          <a:p>
            <a:pPr marL="0" indent="0">
              <a:buNone/>
            </a:pPr>
            <a:r>
              <a:rPr lang="pl-PL" sz="2800" b="1" dirty="0"/>
              <a:t>	_</a:t>
            </a:r>
            <a:r>
              <a:rPr lang="pl-PL" sz="2800" b="1" dirty="0" err="1"/>
              <a:t>visible_windows</a:t>
            </a:r>
            <a:r>
              <a:rPr lang="pl-PL" sz="2800" b="1" dirty="0"/>
              <a:t>(): </a:t>
            </a:r>
            <a:r>
              <a:rPr lang="pl-PL" sz="2800" dirty="0"/>
              <a:t>Analizuje cały stan magazynu generując </a:t>
            </a:r>
            <a:r>
              <a:rPr lang="pl-PL" sz="2800" dirty="0" err="1"/>
              <a:t>tuplę</a:t>
            </a:r>
            <a:r>
              <a:rPr lang="pl-PL" sz="2800" dirty="0"/>
              <a:t> wyłącznie dla wszystkich </a:t>
            </a:r>
            <a:r>
              <a:rPr lang="pl-PL" sz="2800" i="1" dirty="0"/>
              <a:t>fizycznie</a:t>
            </a:r>
            <a:r>
              <a:rPr lang="pl-PL" sz="2800" dirty="0"/>
              <a:t> </a:t>
            </a:r>
            <a:r>
              <a:rPr lang="pl-PL" sz="2800" dirty="0" err="1"/>
              <a:t>wyrenderowanych</a:t>
            </a:r>
            <a:r>
              <a:rPr lang="pl-PL" sz="2800" dirty="0"/>
              <a:t> obecnie przestrzeni</a:t>
            </a:r>
          </a:p>
          <a:p>
            <a:pPr marL="0" indent="0">
              <a:buNone/>
            </a:pPr>
            <a:r>
              <a:rPr lang="pl-PL" sz="2800" dirty="0"/>
              <a:t>	</a:t>
            </a:r>
            <a:r>
              <a:rPr lang="pl-PL" sz="2800" b="1" dirty="0"/>
              <a:t>_</a:t>
            </a:r>
            <a:r>
              <a:rPr lang="pl-PL" sz="2800" b="1" dirty="0" err="1"/>
              <a:t>rects_overlap</a:t>
            </a:r>
            <a:r>
              <a:rPr lang="pl-PL" sz="2800" b="1" dirty="0"/>
              <a:t>()</a:t>
            </a:r>
            <a:r>
              <a:rPr lang="pl-PL" sz="2800" dirty="0"/>
              <a:t>: Analizuje 2 struktury kwadratów. Bazując na przesłanych długościach (</a:t>
            </a:r>
            <a:r>
              <a:rPr lang="pl-PL" sz="2800" dirty="0" err="1"/>
              <a:t>w,h</a:t>
            </a:r>
            <a:r>
              <a:rPr lang="pl-PL" sz="2800" dirty="0"/>
              <a:t>) od przesuniętych osi </a:t>
            </a:r>
            <a:r>
              <a:rPr lang="pl-PL" sz="2800" dirty="0" err="1"/>
              <a:t>x,y</a:t>
            </a:r>
            <a:r>
              <a:rPr lang="pl-PL" sz="2800" dirty="0"/>
              <a:t> oblicza występowanie kolizji obu kształtów z nałożonym 	"</a:t>
            </a:r>
            <a:r>
              <a:rPr lang="pl-PL" sz="2800" dirty="0" err="1"/>
              <a:t>paddingiem</a:t>
            </a:r>
            <a:r>
              <a:rPr lang="pl-PL" sz="2800" dirty="0"/>
              <a:t>", </a:t>
            </a:r>
          </a:p>
          <a:p>
            <a:pPr marL="0" indent="0">
              <a:buNone/>
            </a:pPr>
            <a:r>
              <a:rPr lang="pl-PL" sz="2800" dirty="0"/>
              <a:t>	</a:t>
            </a:r>
            <a:r>
              <a:rPr lang="pl-PL" sz="2800" b="1" dirty="0"/>
              <a:t>_</a:t>
            </a:r>
            <a:r>
              <a:rPr lang="pl-PL" sz="2800" b="1" dirty="0" err="1"/>
              <a:t>find_free_position</a:t>
            </a:r>
            <a:r>
              <a:rPr lang="pl-PL" sz="2800" b="1" dirty="0"/>
              <a:t>()</a:t>
            </a:r>
            <a:r>
              <a:rPr lang="pl-PL" sz="2800" dirty="0"/>
              <a:t>: Używa wyżej zbudowanej struktury kolizji iteracyjnie tworząc pole i sprawdzając wolne gniazdo po krawędzi układu siatkowego obszaru głównego. </a:t>
            </a:r>
          </a:p>
          <a:p>
            <a:pPr marL="0" indent="0">
              <a:buNone/>
            </a:pPr>
            <a:r>
              <a:rPr lang="pl-PL" sz="2800" b="1" dirty="0"/>
              <a:t>	_</a:t>
            </a:r>
            <a:r>
              <a:rPr lang="pl-PL" sz="2800" b="1" dirty="0" err="1"/>
              <a:t>clamp_place</a:t>
            </a:r>
            <a:r>
              <a:rPr lang="pl-PL" sz="2800" b="1" dirty="0"/>
              <a:t>():</a:t>
            </a:r>
            <a:r>
              <a:rPr lang="pl-PL" sz="2800" dirty="0"/>
              <a:t> Tzw. ogranicznik terytorium. Bez względu na wynik wymusza ograniczenie matematyczne z max(), zapewniając by lewy-górny jak i </a:t>
            </a:r>
            <a:r>
              <a:rPr lang="pl-PL" sz="2800" dirty="0" err="1"/>
              <a:t>dolny-prawy</a:t>
            </a:r>
            <a:r>
              <a:rPr lang="pl-PL" sz="2800" dirty="0"/>
              <a:t> wymiar </a:t>
            </a:r>
            <a:r>
              <a:rPr lang="pl-PL" sz="2800" dirty="0" err="1"/>
              <a:t>boxa</a:t>
            </a:r>
            <a:r>
              <a:rPr lang="pl-PL" sz="2800" dirty="0"/>
              <a:t> dla 	elementu wyznaczany 	pod punkt place był idealnie wklejony "od" granicy.</a:t>
            </a:r>
          </a:p>
          <a:p>
            <a:pPr marL="0" indent="0">
              <a:buNone/>
            </a:pPr>
            <a:r>
              <a:rPr lang="pl-PL" sz="2800" dirty="0"/>
              <a:t>	</a:t>
            </a:r>
            <a:r>
              <a:rPr lang="pl-PL" sz="2800" b="1" dirty="0"/>
              <a:t>_</a:t>
            </a:r>
            <a:r>
              <a:rPr lang="pl-PL" sz="2800" b="1" dirty="0" err="1"/>
              <a:t>collides_any</a:t>
            </a:r>
            <a:r>
              <a:rPr lang="pl-PL" sz="2800" b="1" dirty="0"/>
              <a:t>(): </a:t>
            </a:r>
            <a:r>
              <a:rPr lang="pl-PL" sz="2800" dirty="0" err="1"/>
              <a:t>Wrapper</a:t>
            </a:r>
            <a:r>
              <a:rPr lang="pl-PL" sz="2800" dirty="0"/>
              <a:t> pętlowy służący wyłącznie sprawdzaniu istnienia ewentualnej kolizji jakiegokolwiek z obecnych elementów z zadeklarowanym pozycjonowaniem. </a:t>
            </a:r>
          </a:p>
          <a:p>
            <a:pPr marL="0" indent="0">
              <a:buNone/>
            </a:pPr>
            <a:r>
              <a:rPr lang="pl-PL" sz="2800" dirty="0"/>
              <a:t>	</a:t>
            </a:r>
            <a:r>
              <a:rPr lang="pl-PL" sz="2800" b="1" dirty="0"/>
              <a:t>_</a:t>
            </a:r>
            <a:r>
              <a:rPr lang="pl-PL" sz="2800" b="1" dirty="0" err="1"/>
              <a:t>place_clear</a:t>
            </a:r>
            <a:r>
              <a:rPr lang="pl-PL" sz="2800" b="1" dirty="0"/>
              <a:t>(): </a:t>
            </a:r>
            <a:r>
              <a:rPr lang="pl-PL" sz="2800" dirty="0"/>
              <a:t>System wymuszania ułożenia w rezerwacjach dla menu i ekranu po upewnieniu się i znalezieniu miejsca na siłę obcinając i modyfikując o podany próg i próg 	</a:t>
            </a:r>
            <a:r>
              <a:rPr lang="pl-PL" sz="2800" dirty="0" err="1"/>
              <a:t>paddingu</a:t>
            </a:r>
            <a:r>
              <a:rPr lang="pl-PL" sz="2800" dirty="0"/>
              <a:t>. </a:t>
            </a:r>
          </a:p>
          <a:p>
            <a:pPr marL="0" indent="0">
              <a:buNone/>
            </a:pPr>
            <a:r>
              <a:rPr lang="pl-PL" sz="2800" dirty="0"/>
              <a:t>	</a:t>
            </a:r>
            <a:r>
              <a:rPr lang="pl-PL" sz="2800" b="1" dirty="0"/>
              <a:t>_</a:t>
            </a:r>
            <a:r>
              <a:rPr lang="pl-PL" sz="2800" b="1" dirty="0" err="1"/>
              <a:t>place_menu_near_session</a:t>
            </a:r>
            <a:r>
              <a:rPr lang="pl-PL" sz="2800" b="1" dirty="0"/>
              <a:t>(): </a:t>
            </a:r>
            <a:r>
              <a:rPr lang="pl-PL" sz="2800" dirty="0"/>
              <a:t>Celowy fragment organizacyjny badający krawędzie do zbudowania paneli kontrolnych precyzyjnie za lub obok okienka sterującego upływającą 	sesją aplikacji.</a:t>
            </a:r>
          </a:p>
          <a:p>
            <a:pPr marL="0" indent="0">
              <a:buNone/>
            </a:pPr>
            <a:r>
              <a:rPr lang="pl-PL" sz="2800" dirty="0"/>
              <a:t>	</a:t>
            </a:r>
            <a:r>
              <a:rPr lang="pl-PL" sz="2800" b="1" dirty="0" err="1"/>
              <a:t>arrange_for_session</a:t>
            </a:r>
            <a:r>
              <a:rPr lang="pl-PL" sz="2800" b="1" dirty="0"/>
              <a:t>(): </a:t>
            </a:r>
            <a:r>
              <a:rPr lang="pl-PL" sz="2800" dirty="0"/>
              <a:t>Systemowy układacz warstw podglądający strukturę okien – odsuwa wszystkie uśpione aplikacje menu na pozycję zastępczą i buduje na pierwszym planie 	wizualizację ekranu 	startu do panelu obsługi w zależności czy system ekranowy użytkownika jest panoramiczny (obok siebie) lub mały kwadrat (okno u góry + panel akcji pod 	nim w układzie kolumnowym).</a:t>
            </a:r>
          </a:p>
          <a:p>
            <a:endParaRPr lang="pl-PL" dirty="0"/>
          </a:p>
        </p:txBody>
      </p:sp>
    </p:spTree>
    <p:extLst>
      <p:ext uri="{BB962C8B-B14F-4D97-AF65-F5344CB8AC3E}">
        <p14:creationId xmlns:p14="http://schemas.microsoft.com/office/powerpoint/2010/main" val="22223268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5D49F124-CF2E-8FAC-D746-287A93C7AF44}"/>
              </a:ext>
            </a:extLst>
          </p:cNvPr>
          <p:cNvSpPr>
            <a:spLocks noGrp="1"/>
          </p:cNvSpPr>
          <p:nvPr>
            <p:ph type="title"/>
          </p:nvPr>
        </p:nvSpPr>
        <p:spPr>
          <a:xfrm>
            <a:off x="374073" y="447188"/>
            <a:ext cx="11603182" cy="970450"/>
          </a:xfrm>
        </p:spPr>
        <p:txBody>
          <a:bodyPr/>
          <a:lstStyle/>
          <a:p>
            <a:pPr algn="ctr"/>
            <a:r>
              <a:rPr lang="pl-PL" sz="3600" dirty="0"/>
              <a:t>Klasy i metody obsługujące GUI w pliku gui.py</a:t>
            </a:r>
          </a:p>
        </p:txBody>
      </p:sp>
      <p:sp>
        <p:nvSpPr>
          <p:cNvPr id="3" name="Symbol zastępczy zawartości 2">
            <a:extLst>
              <a:ext uri="{FF2B5EF4-FFF2-40B4-BE49-F238E27FC236}">
                <a16:creationId xmlns:a16="http://schemas.microsoft.com/office/drawing/2014/main" id="{79358719-F426-EB64-F532-45E013E544F7}"/>
              </a:ext>
            </a:extLst>
          </p:cNvPr>
          <p:cNvSpPr>
            <a:spLocks noGrp="1"/>
          </p:cNvSpPr>
          <p:nvPr>
            <p:ph idx="1"/>
          </p:nvPr>
        </p:nvSpPr>
        <p:spPr>
          <a:xfrm>
            <a:off x="818712" y="2036618"/>
            <a:ext cx="10554574" cy="4558145"/>
          </a:xfrm>
        </p:spPr>
        <p:txBody>
          <a:bodyPr>
            <a:normAutofit fontScale="55000" lnSpcReduction="20000"/>
          </a:bodyPr>
          <a:lstStyle/>
          <a:p>
            <a:pPr marL="0" indent="0">
              <a:buNone/>
            </a:pPr>
            <a:r>
              <a:rPr lang="pl-PL" sz="2000" b="1" dirty="0" err="1"/>
              <a:t>PlankGUI</a:t>
            </a:r>
            <a:r>
              <a:rPr lang="pl-PL" sz="2000" dirty="0"/>
              <a:t> (Klasa kontrolera interfejsu)</a:t>
            </a:r>
          </a:p>
          <a:p>
            <a:pPr marL="400050" lvl="1" indent="0">
              <a:buNone/>
            </a:pPr>
            <a:r>
              <a:rPr lang="pl-PL" b="1" dirty="0"/>
              <a:t>__</a:t>
            </a:r>
            <a:r>
              <a:rPr lang="pl-PL" b="1" dirty="0" err="1"/>
              <a:t>init</a:t>
            </a:r>
            <a:r>
              <a:rPr lang="pl-PL" b="1" dirty="0"/>
              <a:t>_()</a:t>
            </a:r>
            <a:endParaRPr lang="pl-PL" dirty="0"/>
          </a:p>
          <a:p>
            <a:pPr marL="400050" lvl="1" indent="0">
              <a:buNone/>
            </a:pPr>
            <a:r>
              <a:rPr lang="pl-PL" b="1" dirty="0"/>
              <a:t>_</a:t>
            </a:r>
            <a:r>
              <a:rPr lang="pl-PL" b="1" dirty="0" err="1"/>
              <a:t>format_time</a:t>
            </a:r>
            <a:r>
              <a:rPr lang="pl-PL" b="1" dirty="0"/>
              <a:t>()</a:t>
            </a:r>
            <a:r>
              <a:rPr lang="pl-PL" dirty="0"/>
              <a:t>: </a:t>
            </a:r>
            <a:r>
              <a:rPr lang="pl-PL" dirty="0" err="1"/>
              <a:t>Formatyzuje</a:t>
            </a:r>
            <a:r>
              <a:rPr lang="pl-PL" dirty="0"/>
              <a:t> typowego </a:t>
            </a:r>
            <a:r>
              <a:rPr lang="pl-PL" dirty="0" err="1"/>
              <a:t>inta</a:t>
            </a:r>
            <a:r>
              <a:rPr lang="pl-PL" dirty="0"/>
              <a:t> z sekund na bardziej przejrzysty łańcuch zegara.</a:t>
            </a:r>
          </a:p>
          <a:p>
            <a:pPr marL="400050" lvl="1" indent="0">
              <a:buNone/>
            </a:pPr>
            <a:r>
              <a:rPr lang="pl-PL" b="1" dirty="0"/>
              <a:t>_</a:t>
            </a:r>
            <a:r>
              <a:rPr lang="pl-PL" b="1" dirty="0" err="1"/>
              <a:t>stop_timer</a:t>
            </a:r>
            <a:r>
              <a:rPr lang="pl-PL" b="1" dirty="0"/>
              <a:t>(): </a:t>
            </a:r>
            <a:r>
              <a:rPr lang="pl-PL" dirty="0"/>
              <a:t>Zabijają upływ zegarka i anulują operację czekania używając polecenia systemowego biblioteki </a:t>
            </a:r>
            <a:r>
              <a:rPr lang="pl-PL" dirty="0" err="1"/>
              <a:t>root.after_cancel</a:t>
            </a:r>
            <a:r>
              <a:rPr lang="pl-PL" dirty="0"/>
              <a:t> </a:t>
            </a:r>
          </a:p>
          <a:p>
            <a:pPr marL="400050" lvl="1" indent="0">
              <a:buNone/>
            </a:pPr>
            <a:r>
              <a:rPr lang="pl-PL" b="1" dirty="0"/>
              <a:t>_</a:t>
            </a:r>
            <a:r>
              <a:rPr lang="pl-PL" b="1" dirty="0" err="1"/>
              <a:t>tick_timer</a:t>
            </a:r>
            <a:r>
              <a:rPr lang="pl-PL" b="1" dirty="0"/>
              <a:t>(): </a:t>
            </a:r>
            <a:r>
              <a:rPr lang="pl-PL" dirty="0"/>
              <a:t>Zwiększa zasób w pamięci powiększony o ilość po upłyniętej 1 sekundzie i </a:t>
            </a:r>
            <a:r>
              <a:rPr lang="pl-PL" dirty="0" err="1"/>
              <a:t>renderuje</a:t>
            </a:r>
            <a:r>
              <a:rPr lang="pl-PL" dirty="0"/>
              <a:t> uaktualnienie tej danej graficznie pod spodem, tworząc tzw. "</a:t>
            </a:r>
            <a:r>
              <a:rPr lang="pl-PL" dirty="0" err="1"/>
              <a:t>joba</a:t>
            </a:r>
            <a:r>
              <a:rPr lang="pl-PL" dirty="0"/>
              <a:t>"</a:t>
            </a:r>
          </a:p>
          <a:p>
            <a:pPr marL="400050" lvl="1" indent="0">
              <a:buNone/>
            </a:pPr>
            <a:r>
              <a:rPr lang="pl-PL" b="1" dirty="0"/>
              <a:t>_</a:t>
            </a:r>
            <a:r>
              <a:rPr lang="pl-PL" b="1" dirty="0" err="1"/>
              <a:t>set_status</a:t>
            </a:r>
            <a:r>
              <a:rPr lang="pl-PL" b="1" dirty="0"/>
              <a:t>(): </a:t>
            </a:r>
            <a:r>
              <a:rPr lang="pl-PL" dirty="0"/>
              <a:t>Nakłada ciąg podanej modyfikacji na interfejs</a:t>
            </a:r>
          </a:p>
          <a:p>
            <a:pPr marL="400050" lvl="1" indent="0">
              <a:buNone/>
            </a:pPr>
            <a:r>
              <a:rPr lang="pl-PL" b="1" dirty="0"/>
              <a:t>_</a:t>
            </a:r>
            <a:r>
              <a:rPr lang="pl-PL" b="1" dirty="0" err="1"/>
              <a:t>schedule</a:t>
            </a:r>
            <a:r>
              <a:rPr lang="pl-PL" b="1" dirty="0"/>
              <a:t>(): </a:t>
            </a:r>
            <a:r>
              <a:rPr lang="pl-PL" dirty="0"/>
              <a:t>Moduł "wymuszania" pętli wywołania akcji do tzw. nadrzędnego wątku biblioteki </a:t>
            </a:r>
            <a:r>
              <a:rPr lang="pl-PL" dirty="0" err="1"/>
              <a:t>tkintera</a:t>
            </a:r>
            <a:r>
              <a:rPr lang="pl-PL" dirty="0"/>
              <a:t>. </a:t>
            </a:r>
          </a:p>
          <a:p>
            <a:pPr marL="400050" lvl="1" indent="0">
              <a:buNone/>
            </a:pPr>
            <a:r>
              <a:rPr lang="pl-PL" b="1" dirty="0"/>
              <a:t>_</a:t>
            </a:r>
            <a:r>
              <a:rPr lang="pl-PL" b="1" dirty="0" err="1"/>
              <a:t>frame_to_ctk_image</a:t>
            </a:r>
            <a:r>
              <a:rPr lang="pl-PL" b="1" dirty="0"/>
              <a:t>(): </a:t>
            </a:r>
            <a:r>
              <a:rPr lang="pl-PL" dirty="0"/>
              <a:t>Logika modyfikacji surowej, czystej klatki RGB</a:t>
            </a:r>
          </a:p>
          <a:p>
            <a:pPr marL="400050" lvl="1" indent="0">
              <a:buNone/>
            </a:pPr>
            <a:r>
              <a:rPr lang="pl-PL" b="1" dirty="0"/>
              <a:t>_</a:t>
            </a:r>
            <a:r>
              <a:rPr lang="pl-PL" b="1" dirty="0" err="1"/>
              <a:t>update_camera_frame</a:t>
            </a:r>
            <a:r>
              <a:rPr lang="pl-PL" b="1" dirty="0"/>
              <a:t>(): </a:t>
            </a:r>
            <a:r>
              <a:rPr lang="pl-PL" dirty="0"/>
              <a:t>Podpina obraz przygotowany wyżej w zmienną do wbudowanej w CTK etykiety wyświetlającej jako teksturę odtwarzania. </a:t>
            </a:r>
          </a:p>
          <a:p>
            <a:pPr marL="400050" lvl="1" indent="0">
              <a:buNone/>
            </a:pPr>
            <a:r>
              <a:rPr lang="pl-PL" b="1" dirty="0"/>
              <a:t>_</a:t>
            </a:r>
            <a:r>
              <a:rPr lang="pl-PL" b="1" dirty="0" err="1"/>
              <a:t>on_frame</a:t>
            </a:r>
            <a:r>
              <a:rPr lang="pl-PL" b="1" dirty="0"/>
              <a:t>(): </a:t>
            </a:r>
            <a:r>
              <a:rPr lang="pl-PL" dirty="0"/>
              <a:t>Prosta funkcja przerzucająca wykonana z odpowiednim wymuszeniem.</a:t>
            </a:r>
          </a:p>
          <a:p>
            <a:pPr marL="400050" lvl="1" indent="0">
              <a:buNone/>
            </a:pPr>
            <a:r>
              <a:rPr lang="pl-PL" b="1" dirty="0"/>
              <a:t>_</a:t>
            </a:r>
            <a:r>
              <a:rPr lang="pl-PL" b="1" dirty="0" err="1"/>
              <a:t>on_plank_detected</a:t>
            </a:r>
            <a:r>
              <a:rPr lang="pl-PL" b="1" dirty="0"/>
              <a:t>()  _</a:t>
            </a:r>
            <a:r>
              <a:rPr lang="pl-PL" b="1" dirty="0" err="1"/>
              <a:t>on_plank_lost</a:t>
            </a:r>
            <a:r>
              <a:rPr lang="pl-PL" b="1" dirty="0"/>
              <a:t>(): </a:t>
            </a:r>
            <a:r>
              <a:rPr lang="pl-PL" dirty="0"/>
              <a:t>Zewnętrzne zdarzenia "</a:t>
            </a:r>
            <a:r>
              <a:rPr lang="pl-PL" dirty="0" err="1"/>
              <a:t>callback</a:t>
            </a:r>
            <a:r>
              <a:rPr lang="pl-PL" dirty="0"/>
              <a:t>”.</a:t>
            </a:r>
          </a:p>
          <a:p>
            <a:pPr marL="400050" lvl="1" indent="0">
              <a:buNone/>
            </a:pPr>
            <a:r>
              <a:rPr lang="pl-PL" b="1" dirty="0"/>
              <a:t>_</a:t>
            </a:r>
            <a:r>
              <a:rPr lang="pl-PL" b="1" dirty="0" err="1"/>
              <a:t>stop_camera_session</a:t>
            </a:r>
            <a:r>
              <a:rPr lang="pl-PL" b="1" dirty="0"/>
              <a:t>(): </a:t>
            </a:r>
            <a:r>
              <a:rPr lang="pl-PL" dirty="0"/>
              <a:t>Komenda uśpienia przerywająca egzekucję flagi nasłuchiwania w pobocznym pętlowym wideo w podłączeniu zwrotnym .</a:t>
            </a:r>
          </a:p>
          <a:p>
            <a:pPr marL="400050" lvl="1" indent="0">
              <a:buNone/>
            </a:pPr>
            <a:r>
              <a:rPr lang="pl-PL" b="1" dirty="0"/>
              <a:t>_</a:t>
            </a:r>
            <a:r>
              <a:rPr lang="pl-PL" b="1" dirty="0" err="1"/>
              <a:t>on_session_end</a:t>
            </a:r>
            <a:r>
              <a:rPr lang="pl-PL" b="1" dirty="0"/>
              <a:t>(): </a:t>
            </a:r>
            <a:r>
              <a:rPr lang="pl-PL" dirty="0"/>
              <a:t>Finalny proces powrotu i uwolnienia aplikacji wyzwolony na zamknięciu pobocznego narzędzia </a:t>
            </a:r>
            <a:r>
              <a:rPr lang="pl-PL" dirty="0" err="1"/>
              <a:t>yolo</a:t>
            </a:r>
            <a:r>
              <a:rPr lang="pl-PL" dirty="0"/>
              <a:t> z zewnątrz</a:t>
            </a:r>
          </a:p>
          <a:p>
            <a:pPr marL="400050" lvl="1" indent="0">
              <a:buNone/>
            </a:pPr>
            <a:r>
              <a:rPr lang="pl-PL" b="1" dirty="0" err="1"/>
              <a:t>reset_session</a:t>
            </a:r>
            <a:r>
              <a:rPr lang="pl-PL" b="1" dirty="0"/>
              <a:t>(): </a:t>
            </a:r>
            <a:r>
              <a:rPr lang="pl-PL" dirty="0"/>
              <a:t>System czyszczenia wyników z poziomu uśpienia od GUI. Wywala stoper, upływ czasu do przysłowiowego 0 oraz uwalnia guzik wystartowania deski do ponownego wduszenia na odświeżonym nowym ekranie statusu.</a:t>
            </a:r>
          </a:p>
          <a:p>
            <a:pPr marL="400050" lvl="1" indent="0">
              <a:buNone/>
            </a:pPr>
            <a:r>
              <a:rPr lang="pl-PL" b="1" dirty="0" err="1"/>
              <a:t>open_camera_window</a:t>
            </a:r>
            <a:r>
              <a:rPr lang="pl-PL" b="1" dirty="0"/>
              <a:t>(): </a:t>
            </a:r>
            <a:r>
              <a:rPr lang="pl-PL" dirty="0"/>
              <a:t>Instrukcja wewnątrz funkcji nakazująca użycie obszaru </a:t>
            </a:r>
            <a:r>
              <a:rPr lang="pl-PL" dirty="0" err="1"/>
              <a:t>workspace</a:t>
            </a:r>
            <a:r>
              <a:rPr lang="pl-PL" dirty="0"/>
              <a:t> zadeklarowanego z </a:t>
            </a:r>
            <a:r>
              <a:rPr lang="pl-PL" dirty="0" err="1"/>
              <a:t>customowym</a:t>
            </a:r>
            <a:r>
              <a:rPr lang="pl-PL" dirty="0"/>
              <a:t> elementem do nakładania i wygenerowania specjalnego panelu pod aparat </a:t>
            </a:r>
          </a:p>
          <a:p>
            <a:pPr marL="400050" lvl="1" indent="0">
              <a:buNone/>
            </a:pPr>
            <a:r>
              <a:rPr lang="pl-PL" b="1" dirty="0" err="1"/>
              <a:t>start_camera_session</a:t>
            </a:r>
            <a:r>
              <a:rPr lang="pl-PL" b="1" dirty="0"/>
              <a:t>(): </a:t>
            </a:r>
            <a:r>
              <a:rPr lang="pl-PL" dirty="0"/>
              <a:t>Wyzwalacz pociągający całą machinę na guzik Start od panelu użytkownika. </a:t>
            </a:r>
          </a:p>
          <a:p>
            <a:pPr marL="400050" lvl="1" indent="0">
              <a:buNone/>
            </a:pPr>
            <a:r>
              <a:rPr lang="pl-PL" b="1" dirty="0" err="1"/>
              <a:t>open_menu_window</a:t>
            </a:r>
            <a:r>
              <a:rPr lang="pl-PL" b="1" dirty="0"/>
              <a:t>() / </a:t>
            </a:r>
            <a:r>
              <a:rPr lang="pl-PL" b="1" dirty="0" err="1"/>
              <a:t>open_session_window</a:t>
            </a:r>
            <a:r>
              <a:rPr lang="pl-PL" b="1" dirty="0"/>
              <a:t>() / </a:t>
            </a:r>
            <a:r>
              <a:rPr lang="pl-PL" b="1" dirty="0" err="1"/>
              <a:t>open_stats_window</a:t>
            </a:r>
            <a:r>
              <a:rPr lang="pl-PL" b="1" dirty="0"/>
              <a:t>() / </a:t>
            </a:r>
            <a:r>
              <a:rPr lang="pl-PL" b="1" dirty="0" err="1"/>
              <a:t>open_options_window</a:t>
            </a:r>
            <a:r>
              <a:rPr lang="pl-PL" b="1" dirty="0"/>
              <a:t>(): </a:t>
            </a:r>
            <a:r>
              <a:rPr lang="pl-PL" dirty="0"/>
              <a:t>Cztery siostrzane funkcje od sterowania nawigacją całego pulpitu narzędzia okien. </a:t>
            </a:r>
          </a:p>
          <a:p>
            <a:pPr marL="400050" lvl="1" indent="0">
              <a:buNone/>
            </a:pPr>
            <a:r>
              <a:rPr lang="pl-PL" b="1" dirty="0"/>
              <a:t>_</a:t>
            </a:r>
            <a:r>
              <a:rPr lang="pl-PL" b="1" dirty="0" err="1"/>
              <a:t>on_tts_toggle</a:t>
            </a:r>
            <a:r>
              <a:rPr lang="pl-PL" b="1" dirty="0"/>
              <a:t>() / _</a:t>
            </a:r>
            <a:r>
              <a:rPr lang="pl-PL" b="1" dirty="0" err="1"/>
              <a:t>on_voice_toggle</a:t>
            </a:r>
            <a:r>
              <a:rPr lang="pl-PL" b="1" dirty="0"/>
              <a:t>():</a:t>
            </a:r>
            <a:r>
              <a:rPr lang="pl-PL" dirty="0"/>
              <a:t> Wbudowany kontroler wyłapania do przełączników (</a:t>
            </a:r>
            <a:r>
              <a:rPr lang="pl-PL" dirty="0" err="1"/>
              <a:t>toggle</a:t>
            </a:r>
            <a:r>
              <a:rPr lang="pl-PL" dirty="0"/>
              <a:t>) zapisujących </a:t>
            </a:r>
            <a:r>
              <a:rPr lang="pl-PL" dirty="0" err="1"/>
              <a:t>bool</a:t>
            </a:r>
            <a:r>
              <a:rPr lang="pl-PL" dirty="0"/>
              <a:t> informujący (gdy jest na 'Tak') od konfiguracji w oknie opcji o przerwaniu/aktywacji mówienia oraz odbierania poleceń w podłączonym module wątkowym mowy.</a:t>
            </a:r>
          </a:p>
          <a:p>
            <a:pPr marL="400050" lvl="1" indent="0">
              <a:buNone/>
            </a:pPr>
            <a:r>
              <a:rPr lang="pl-PL" b="1" dirty="0" err="1"/>
              <a:t>toggle_dark_mode</a:t>
            </a:r>
            <a:r>
              <a:rPr lang="pl-PL" b="1" dirty="0"/>
              <a:t>(): </a:t>
            </a:r>
            <a:r>
              <a:rPr lang="pl-PL" dirty="0"/>
              <a:t>Podłączony i obsługiwany do wbudowanego silnika w system pakietowy CTK przełącznik nakazujący zmianę systemowych </a:t>
            </a:r>
            <a:r>
              <a:rPr lang="pl-PL" dirty="0" err="1"/>
              <a:t>renderów</a:t>
            </a:r>
            <a:endParaRPr lang="pl-PL" dirty="0"/>
          </a:p>
        </p:txBody>
      </p:sp>
    </p:spTree>
    <p:extLst>
      <p:ext uri="{BB962C8B-B14F-4D97-AF65-F5344CB8AC3E}">
        <p14:creationId xmlns:p14="http://schemas.microsoft.com/office/powerpoint/2010/main" val="36061482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Obraz 8">
            <a:extLst>
              <a:ext uri="{FF2B5EF4-FFF2-40B4-BE49-F238E27FC236}">
                <a16:creationId xmlns:a16="http://schemas.microsoft.com/office/drawing/2014/main" id="{2821B414-944F-9A0C-C037-3D418CDA384D}"/>
              </a:ext>
            </a:extLst>
          </p:cNvPr>
          <p:cNvPicPr>
            <a:picLocks noChangeAspect="1"/>
          </p:cNvPicPr>
          <p:nvPr/>
        </p:nvPicPr>
        <p:blipFill>
          <a:blip r:embed="rId2"/>
          <a:srcRect l="2863" r="29511"/>
          <a:stretch>
            <a:fillRect/>
          </a:stretch>
        </p:blipFill>
        <p:spPr>
          <a:xfrm>
            <a:off x="9487537" y="1"/>
            <a:ext cx="2707972" cy="3428240"/>
          </a:xfrm>
          <a:prstGeom prst="rect">
            <a:avLst/>
          </a:prstGeom>
        </p:spPr>
      </p:pic>
      <p:pic>
        <p:nvPicPr>
          <p:cNvPr id="7" name="Obraz 6">
            <a:extLst>
              <a:ext uri="{FF2B5EF4-FFF2-40B4-BE49-F238E27FC236}">
                <a16:creationId xmlns:a16="http://schemas.microsoft.com/office/drawing/2014/main" id="{600069BC-8D0C-81DA-085B-32BC4B2CB4AA}"/>
              </a:ext>
            </a:extLst>
          </p:cNvPr>
          <p:cNvPicPr>
            <a:picLocks noChangeAspect="1"/>
          </p:cNvPicPr>
          <p:nvPr/>
        </p:nvPicPr>
        <p:blipFill>
          <a:blip r:embed="rId3"/>
          <a:srcRect r="18638" b="2"/>
          <a:stretch>
            <a:fillRect/>
          </a:stretch>
        </p:blipFill>
        <p:spPr>
          <a:xfrm>
            <a:off x="20" y="3466613"/>
            <a:ext cx="2743179" cy="3391388"/>
          </a:xfrm>
          <a:prstGeom prst="rect">
            <a:avLst/>
          </a:prstGeom>
        </p:spPr>
      </p:pic>
      <p:sp>
        <p:nvSpPr>
          <p:cNvPr id="2" name="Tytuł 1">
            <a:extLst>
              <a:ext uri="{FF2B5EF4-FFF2-40B4-BE49-F238E27FC236}">
                <a16:creationId xmlns:a16="http://schemas.microsoft.com/office/drawing/2014/main" id="{07C05E03-3FC0-A92B-B5A1-8328DC180216}"/>
              </a:ext>
            </a:extLst>
          </p:cNvPr>
          <p:cNvSpPr>
            <a:spLocks noGrp="1"/>
          </p:cNvSpPr>
          <p:nvPr>
            <p:ph type="title"/>
          </p:nvPr>
        </p:nvSpPr>
        <p:spPr>
          <a:xfrm>
            <a:off x="4040372" y="637309"/>
            <a:ext cx="4231758" cy="1163782"/>
          </a:xfrm>
        </p:spPr>
        <p:txBody>
          <a:bodyPr anchor="b">
            <a:normAutofit/>
          </a:bodyPr>
          <a:lstStyle/>
          <a:p>
            <a:pPr algn="ctr"/>
            <a:r>
              <a:rPr lang="pl-PL" sz="3200" dirty="0">
                <a:solidFill>
                  <a:schemeClr val="tx1">
                    <a:lumMod val="65000"/>
                    <a:lumOff val="35000"/>
                  </a:schemeClr>
                </a:solidFill>
              </a:rPr>
              <a:t>Gromadzenie danych </a:t>
            </a:r>
          </a:p>
        </p:txBody>
      </p:sp>
      <p:sp>
        <p:nvSpPr>
          <p:cNvPr id="3" name="Symbol zastępczy zawartości 2">
            <a:extLst>
              <a:ext uri="{FF2B5EF4-FFF2-40B4-BE49-F238E27FC236}">
                <a16:creationId xmlns:a16="http://schemas.microsoft.com/office/drawing/2014/main" id="{BFD90478-09CC-203F-A347-BE67240D2843}"/>
              </a:ext>
            </a:extLst>
          </p:cNvPr>
          <p:cNvSpPr>
            <a:spLocks noGrp="1"/>
          </p:cNvSpPr>
          <p:nvPr>
            <p:ph idx="1"/>
          </p:nvPr>
        </p:nvSpPr>
        <p:spPr>
          <a:xfrm>
            <a:off x="4040372" y="2427382"/>
            <a:ext cx="4231758" cy="3234456"/>
          </a:xfrm>
        </p:spPr>
        <p:txBody>
          <a:bodyPr anchor="t">
            <a:normAutofit fontScale="92500" lnSpcReduction="20000"/>
          </a:bodyPr>
          <a:lstStyle/>
          <a:p>
            <a:pPr marL="0" indent="0">
              <a:buNone/>
            </a:pPr>
            <a:r>
              <a:rPr lang="pl-PL" sz="2000" dirty="0"/>
              <a:t>Za grodzenie danych odpowiada baza danych „wyniki”  w której znajdują się :</a:t>
            </a:r>
          </a:p>
          <a:p>
            <a:pPr>
              <a:buFontTx/>
              <a:buChar char="-"/>
            </a:pPr>
            <a:r>
              <a:rPr lang="pl-PL" sz="2000" dirty="0"/>
              <a:t>Tabela wyniki</a:t>
            </a:r>
          </a:p>
          <a:p>
            <a:pPr>
              <a:buFontTx/>
              <a:buChar char="-"/>
            </a:pPr>
            <a:r>
              <a:rPr lang="pl-PL" sz="2000" dirty="0"/>
              <a:t>Tabela seria</a:t>
            </a:r>
          </a:p>
          <a:p>
            <a:pPr>
              <a:buFontTx/>
              <a:buChar char="-"/>
            </a:pPr>
            <a:r>
              <a:rPr lang="pl-PL" sz="2000" dirty="0"/>
              <a:t>Widok wyników serii z :</a:t>
            </a:r>
          </a:p>
          <a:p>
            <a:pPr lvl="1">
              <a:buFontTx/>
              <a:buChar char="-"/>
            </a:pPr>
            <a:r>
              <a:rPr lang="pl-PL" sz="2000" dirty="0"/>
              <a:t>Dnia </a:t>
            </a:r>
          </a:p>
          <a:p>
            <a:pPr lvl="1">
              <a:buFontTx/>
              <a:buChar char="-"/>
            </a:pPr>
            <a:r>
              <a:rPr lang="pl-PL" sz="2000" dirty="0"/>
              <a:t>Tygodnia</a:t>
            </a:r>
          </a:p>
          <a:p>
            <a:pPr lvl="1">
              <a:buFontTx/>
              <a:buChar char="-"/>
            </a:pPr>
            <a:r>
              <a:rPr lang="pl-PL" sz="2000" dirty="0"/>
              <a:t>Całego okresu</a:t>
            </a:r>
          </a:p>
        </p:txBody>
      </p:sp>
      <p:pic>
        <p:nvPicPr>
          <p:cNvPr id="5" name="Obraz 4">
            <a:extLst>
              <a:ext uri="{FF2B5EF4-FFF2-40B4-BE49-F238E27FC236}">
                <a16:creationId xmlns:a16="http://schemas.microsoft.com/office/drawing/2014/main" id="{BCCC372A-222F-F242-1A22-D95B34110754}"/>
              </a:ext>
            </a:extLst>
          </p:cNvPr>
          <p:cNvPicPr>
            <a:picLocks noChangeAspect="1"/>
          </p:cNvPicPr>
          <p:nvPr/>
        </p:nvPicPr>
        <p:blipFill>
          <a:blip r:embed="rId4"/>
          <a:srcRect t="10945" r="-1" b="5000"/>
          <a:stretch>
            <a:fillRect/>
          </a:stretch>
        </p:blipFill>
        <p:spPr>
          <a:xfrm>
            <a:off x="-1" y="-677"/>
            <a:ext cx="2743179" cy="3467290"/>
          </a:xfrm>
          <a:prstGeom prst="rect">
            <a:avLst/>
          </a:prstGeom>
        </p:spPr>
      </p:pic>
      <p:pic>
        <p:nvPicPr>
          <p:cNvPr id="11" name="Obraz 10">
            <a:extLst>
              <a:ext uri="{FF2B5EF4-FFF2-40B4-BE49-F238E27FC236}">
                <a16:creationId xmlns:a16="http://schemas.microsoft.com/office/drawing/2014/main" id="{E6CE359F-2402-AC59-9367-7A548CD61200}"/>
              </a:ext>
            </a:extLst>
          </p:cNvPr>
          <p:cNvPicPr>
            <a:picLocks noChangeAspect="1"/>
          </p:cNvPicPr>
          <p:nvPr/>
        </p:nvPicPr>
        <p:blipFill>
          <a:blip r:embed="rId5"/>
          <a:srcRect r="-4" b="5225"/>
          <a:stretch>
            <a:fillRect/>
          </a:stretch>
        </p:blipFill>
        <p:spPr>
          <a:xfrm>
            <a:off x="9487536" y="3428240"/>
            <a:ext cx="2704463" cy="3429759"/>
          </a:xfrm>
          <a:prstGeom prst="rect">
            <a:avLst/>
          </a:prstGeom>
        </p:spPr>
      </p:pic>
    </p:spTree>
    <p:extLst>
      <p:ext uri="{BB962C8B-B14F-4D97-AF65-F5344CB8AC3E}">
        <p14:creationId xmlns:p14="http://schemas.microsoft.com/office/powerpoint/2010/main" val="40437013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3" name="Rectangle 8">
            <a:extLst>
              <a:ext uri="{FF2B5EF4-FFF2-40B4-BE49-F238E27FC236}">
                <a16:creationId xmlns:a16="http://schemas.microsoft.com/office/drawing/2014/main" id="{A3322B77-FA16-4D4E-BAA6-811C61DB3E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0">
            <a:extLst>
              <a:ext uri="{FF2B5EF4-FFF2-40B4-BE49-F238E27FC236}">
                <a16:creationId xmlns:a16="http://schemas.microsoft.com/office/drawing/2014/main" id="{CA6EF34F-3BAD-4CD8-B05E-03BA773AE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16200000">
            <a:off x="-1050631" y="1050634"/>
            <a:ext cx="6857997" cy="4756735"/>
          </a:xfrm>
          <a:custGeom>
            <a:avLst/>
            <a:gdLst>
              <a:gd name="connsiteX0" fmla="*/ 6857997 w 6857997"/>
              <a:gd name="connsiteY0" fmla="*/ 0 h 4756735"/>
              <a:gd name="connsiteX1" fmla="*/ 6857997 w 6857997"/>
              <a:gd name="connsiteY1" fmla="*/ 4458285 h 4756735"/>
              <a:gd name="connsiteX2" fmla="*/ 4861980 w 6857997"/>
              <a:gd name="connsiteY2" fmla="*/ 4458285 h 4756735"/>
              <a:gd name="connsiteX3" fmla="*/ 4480980 w 6857997"/>
              <a:gd name="connsiteY3" fmla="*/ 4744036 h 4756735"/>
              <a:gd name="connsiteX4" fmla="*/ 4472514 w 6857997"/>
              <a:gd name="connsiteY4" fmla="*/ 4747210 h 4756735"/>
              <a:gd name="connsiteX5" fmla="*/ 4459814 w 6857997"/>
              <a:gd name="connsiteY5" fmla="*/ 4751973 h 4756735"/>
              <a:gd name="connsiteX6" fmla="*/ 4447114 w 6857997"/>
              <a:gd name="connsiteY6" fmla="*/ 4756735 h 4756735"/>
              <a:gd name="connsiteX7" fmla="*/ 4436530 w 6857997"/>
              <a:gd name="connsiteY7" fmla="*/ 4756735 h 4756735"/>
              <a:gd name="connsiteX8" fmla="*/ 4423830 w 6857997"/>
              <a:gd name="connsiteY8" fmla="*/ 4756735 h 4756735"/>
              <a:gd name="connsiteX9" fmla="*/ 4413247 w 6857997"/>
              <a:gd name="connsiteY9" fmla="*/ 4751973 h 4756735"/>
              <a:gd name="connsiteX10" fmla="*/ 4400547 w 6857997"/>
              <a:gd name="connsiteY10" fmla="*/ 4747210 h 4756735"/>
              <a:gd name="connsiteX11" fmla="*/ 4392080 w 6857997"/>
              <a:gd name="connsiteY11" fmla="*/ 4744036 h 4756735"/>
              <a:gd name="connsiteX12" fmla="*/ 4011080 w 6857997"/>
              <a:gd name="connsiteY12" fmla="*/ 4458285 h 4756735"/>
              <a:gd name="connsiteX13" fmla="*/ 0 w 6857997"/>
              <a:gd name="connsiteY13" fmla="*/ 4458285 h 4756735"/>
              <a:gd name="connsiteX14" fmla="*/ 1 w 6857997"/>
              <a:gd name="connsiteY14" fmla="*/ 0 h 4756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857997" h="4756735">
                <a:moveTo>
                  <a:pt x="6857997" y="0"/>
                </a:moveTo>
                <a:lnTo>
                  <a:pt x="6857997" y="4458285"/>
                </a:lnTo>
                <a:lnTo>
                  <a:pt x="4861980" y="4458285"/>
                </a:lnTo>
                <a:lnTo>
                  <a:pt x="4480980" y="4744036"/>
                </a:lnTo>
                <a:lnTo>
                  <a:pt x="4472514" y="4747210"/>
                </a:lnTo>
                <a:lnTo>
                  <a:pt x="4459814" y="4751973"/>
                </a:lnTo>
                <a:lnTo>
                  <a:pt x="4447114" y="4756735"/>
                </a:lnTo>
                <a:lnTo>
                  <a:pt x="4436530" y="4756735"/>
                </a:lnTo>
                <a:lnTo>
                  <a:pt x="4423830" y="4756735"/>
                </a:lnTo>
                <a:lnTo>
                  <a:pt x="4413247" y="4751973"/>
                </a:lnTo>
                <a:lnTo>
                  <a:pt x="4400547" y="4747210"/>
                </a:lnTo>
                <a:lnTo>
                  <a:pt x="4392080" y="4744036"/>
                </a:lnTo>
                <a:lnTo>
                  <a:pt x="4011080" y="4458285"/>
                </a:lnTo>
                <a:lnTo>
                  <a:pt x="0" y="4458285"/>
                </a:lnTo>
                <a:lnTo>
                  <a:pt x="1" y="0"/>
                </a:lnTo>
                <a:close/>
              </a:path>
            </a:pathLst>
          </a:custGeom>
          <a:solidFill>
            <a:schemeClr val="accent1"/>
          </a:solidFill>
          <a:ln>
            <a:headEnd/>
            <a:tailEnd/>
          </a:ln>
        </p:spPr>
        <p:style>
          <a:lnRef idx="1">
            <a:schemeClr val="accent1"/>
          </a:lnRef>
          <a:fillRef idx="3">
            <a:schemeClr val="accent1"/>
          </a:fillRef>
          <a:effectRef idx="2">
            <a:schemeClr val="accent1"/>
          </a:effectRef>
          <a:fontRef idx="minor">
            <a:schemeClr val="lt1"/>
          </a:fontRef>
        </p:style>
        <p:txBody>
          <a:bodyPr/>
          <a:lstStyle/>
          <a:p>
            <a:endParaRPr lang="pl-PL"/>
          </a:p>
        </p:txBody>
      </p:sp>
      <p:sp>
        <p:nvSpPr>
          <p:cNvPr id="2" name="Tytuł 1">
            <a:extLst>
              <a:ext uri="{FF2B5EF4-FFF2-40B4-BE49-F238E27FC236}">
                <a16:creationId xmlns:a16="http://schemas.microsoft.com/office/drawing/2014/main" id="{A5B23807-4CAF-9FF9-D2B4-76E0BFE8FB8A}"/>
              </a:ext>
            </a:extLst>
          </p:cNvPr>
          <p:cNvSpPr>
            <a:spLocks noGrp="1"/>
          </p:cNvSpPr>
          <p:nvPr>
            <p:ph type="title"/>
          </p:nvPr>
        </p:nvSpPr>
        <p:spPr>
          <a:xfrm>
            <a:off x="641754" y="1918252"/>
            <a:ext cx="3365439" cy="3997635"/>
          </a:xfrm>
        </p:spPr>
        <p:txBody>
          <a:bodyPr anchor="t">
            <a:normAutofit/>
          </a:bodyPr>
          <a:lstStyle/>
          <a:p>
            <a:r>
              <a:rPr lang="pl-PL" sz="4400" dirty="0"/>
              <a:t>Tabela Seria</a:t>
            </a:r>
          </a:p>
        </p:txBody>
      </p:sp>
      <p:graphicFrame>
        <p:nvGraphicFramePr>
          <p:cNvPr id="15" name="Symbol zastępczy zawartości 2">
            <a:extLst>
              <a:ext uri="{FF2B5EF4-FFF2-40B4-BE49-F238E27FC236}">
                <a16:creationId xmlns:a16="http://schemas.microsoft.com/office/drawing/2014/main" id="{A4A5AC71-A514-E0B9-0B2E-83EAFF8C607E}"/>
              </a:ext>
            </a:extLst>
          </p:cNvPr>
          <p:cNvGraphicFramePr>
            <a:graphicFrameLocks noGrp="1"/>
          </p:cNvGraphicFramePr>
          <p:nvPr>
            <p:ph idx="1"/>
            <p:extLst>
              <p:ext uri="{D42A27DB-BD31-4B8C-83A1-F6EECF244321}">
                <p14:modId xmlns:p14="http://schemas.microsoft.com/office/powerpoint/2010/main" val="2105522838"/>
              </p:ext>
            </p:extLst>
          </p:nvPr>
        </p:nvGraphicFramePr>
        <p:xfrm>
          <a:off x="5556250" y="1262063"/>
          <a:ext cx="5816600" cy="43275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213146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7" name="Freeform 6">
            <a:extLst>
              <a:ext uri="{FF2B5EF4-FFF2-40B4-BE49-F238E27FC236}">
                <a16:creationId xmlns:a16="http://schemas.microsoft.com/office/drawing/2014/main" id="{11114F18-D12D-43C6-895F-5BA92C290C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pl-PL"/>
          </a:p>
        </p:txBody>
      </p:sp>
      <p:sp>
        <p:nvSpPr>
          <p:cNvPr id="38" name="Rounded Rectangle 16">
            <a:extLst>
              <a:ext uri="{FF2B5EF4-FFF2-40B4-BE49-F238E27FC236}">
                <a16:creationId xmlns:a16="http://schemas.microsoft.com/office/drawing/2014/main" id="{426744B4-184B-4EE0-82A8-5A4CAEEDD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5198" y="643464"/>
            <a:ext cx="9885830" cy="3599352"/>
          </a:xfrm>
          <a:prstGeom prst="roundRect">
            <a:avLst>
              <a:gd name="adj" fmla="val 3513"/>
            </a:avLst>
          </a:prstGeom>
          <a:solidFill>
            <a:schemeClr val="tx1"/>
          </a:solidFill>
          <a:ln>
            <a:solidFill>
              <a:schemeClr val="accent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9" name="Group 15">
            <a:extLst>
              <a:ext uri="{FF2B5EF4-FFF2-40B4-BE49-F238E27FC236}">
                <a16:creationId xmlns:a16="http://schemas.microsoft.com/office/drawing/2014/main" id="{E17C15A5-89C5-4909-903C-AC859B8314B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bwMode="white">
          <a:xfrm>
            <a:off x="0" y="4525094"/>
            <a:ext cx="12203151" cy="2344057"/>
            <a:chOff x="0" y="4525094"/>
            <a:chExt cx="12203151" cy="2344057"/>
          </a:xfrm>
        </p:grpSpPr>
        <p:sp>
          <p:nvSpPr>
            <p:cNvPr id="17" name="Freeform 9">
              <a:extLst>
                <a:ext uri="{FF2B5EF4-FFF2-40B4-BE49-F238E27FC236}">
                  <a16:creationId xmlns:a16="http://schemas.microsoft.com/office/drawing/2014/main" id="{E53B21AE-0514-47EF-A4F8-065F25B6C0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white">
            <a:xfrm>
              <a:off x="0" y="4525094"/>
              <a:ext cx="12192000" cy="2332906"/>
            </a:xfrm>
            <a:custGeom>
              <a:avLst/>
              <a:gdLst>
                <a:gd name="connsiteX0" fmla="*/ 0 w 12192000"/>
                <a:gd name="connsiteY0" fmla="*/ 0 h 2332906"/>
                <a:gd name="connsiteX1" fmla="*/ 1996017 w 12192000"/>
                <a:gd name="connsiteY1" fmla="*/ 0 h 2332906"/>
                <a:gd name="connsiteX2" fmla="*/ 2377017 w 12192000"/>
                <a:gd name="connsiteY2" fmla="*/ 263783 h 2332906"/>
                <a:gd name="connsiteX3" fmla="*/ 2385484 w 12192000"/>
                <a:gd name="connsiteY3" fmla="*/ 266713 h 2332906"/>
                <a:gd name="connsiteX4" fmla="*/ 2398184 w 12192000"/>
                <a:gd name="connsiteY4" fmla="*/ 271110 h 2332906"/>
                <a:gd name="connsiteX5" fmla="*/ 2410883 w 12192000"/>
                <a:gd name="connsiteY5" fmla="*/ 275506 h 2332906"/>
                <a:gd name="connsiteX6" fmla="*/ 2421467 w 12192000"/>
                <a:gd name="connsiteY6" fmla="*/ 275506 h 2332906"/>
                <a:gd name="connsiteX7" fmla="*/ 2434167 w 12192000"/>
                <a:gd name="connsiteY7" fmla="*/ 275506 h 2332906"/>
                <a:gd name="connsiteX8" fmla="*/ 2444750 w 12192000"/>
                <a:gd name="connsiteY8" fmla="*/ 271110 h 2332906"/>
                <a:gd name="connsiteX9" fmla="*/ 2457450 w 12192000"/>
                <a:gd name="connsiteY9" fmla="*/ 266713 h 2332906"/>
                <a:gd name="connsiteX10" fmla="*/ 2465917 w 12192000"/>
                <a:gd name="connsiteY10" fmla="*/ 263783 h 2332906"/>
                <a:gd name="connsiteX11" fmla="*/ 2846917 w 12192000"/>
                <a:gd name="connsiteY11" fmla="*/ 0 h 2332906"/>
                <a:gd name="connsiteX12" fmla="*/ 12192000 w 12192000"/>
                <a:gd name="connsiteY12" fmla="*/ 0 h 2332906"/>
                <a:gd name="connsiteX13" fmla="*/ 12192000 w 12192000"/>
                <a:gd name="connsiteY13" fmla="*/ 2332906 h 2332906"/>
                <a:gd name="connsiteX14" fmla="*/ 0 w 12192000"/>
                <a:gd name="connsiteY14" fmla="*/ 2332906 h 2332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192000" h="2332906">
                  <a:moveTo>
                    <a:pt x="0" y="0"/>
                  </a:moveTo>
                  <a:lnTo>
                    <a:pt x="1996017" y="0"/>
                  </a:lnTo>
                  <a:lnTo>
                    <a:pt x="2377017" y="263783"/>
                  </a:lnTo>
                  <a:lnTo>
                    <a:pt x="2385484" y="266713"/>
                  </a:lnTo>
                  <a:lnTo>
                    <a:pt x="2398184" y="271110"/>
                  </a:lnTo>
                  <a:lnTo>
                    <a:pt x="2410883" y="275506"/>
                  </a:lnTo>
                  <a:lnTo>
                    <a:pt x="2421467" y="275506"/>
                  </a:lnTo>
                  <a:lnTo>
                    <a:pt x="2434167" y="275506"/>
                  </a:lnTo>
                  <a:lnTo>
                    <a:pt x="2444750" y="271110"/>
                  </a:lnTo>
                  <a:lnTo>
                    <a:pt x="2457450" y="266713"/>
                  </a:lnTo>
                  <a:lnTo>
                    <a:pt x="2465917" y="263783"/>
                  </a:lnTo>
                  <a:lnTo>
                    <a:pt x="2846917" y="0"/>
                  </a:lnTo>
                  <a:lnTo>
                    <a:pt x="12192000" y="0"/>
                  </a:lnTo>
                  <a:lnTo>
                    <a:pt x="12192000" y="2332906"/>
                  </a:lnTo>
                  <a:lnTo>
                    <a:pt x="0" y="2332906"/>
                  </a:lnTo>
                  <a:close/>
                </a:path>
              </a:pathLst>
            </a:custGeom>
            <a:solidFill>
              <a:schemeClr val="bg1">
                <a:lumMod val="85000"/>
                <a:lumOff val="1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Isosceles Triangle 17">
              <a:extLst>
                <a:ext uri="{FF2B5EF4-FFF2-40B4-BE49-F238E27FC236}">
                  <a16:creationId xmlns:a16="http://schemas.microsoft.com/office/drawing/2014/main" id="{CDE47429-9BFC-4EE5-81AD-BEB5DEAD87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white">
            <a:xfrm flipH="1">
              <a:off x="3820" y="4536245"/>
              <a:ext cx="5660999" cy="2332906"/>
            </a:xfrm>
            <a:prstGeom prst="triangle">
              <a:avLst>
                <a:gd name="adj" fmla="val 100000"/>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Isosceles Triangle 18">
              <a:extLst>
                <a:ext uri="{FF2B5EF4-FFF2-40B4-BE49-F238E27FC236}">
                  <a16:creationId xmlns:a16="http://schemas.microsoft.com/office/drawing/2014/main" id="{FA6E8F50-0D2E-4905-AFE7-F872E3CB0F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white">
            <a:xfrm>
              <a:off x="4813714" y="4536245"/>
              <a:ext cx="7389437" cy="2332906"/>
            </a:xfrm>
            <a:prstGeom prst="triangle">
              <a:avLst>
                <a:gd name="adj" fmla="val 100000"/>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ytuł 1">
            <a:extLst>
              <a:ext uri="{FF2B5EF4-FFF2-40B4-BE49-F238E27FC236}">
                <a16:creationId xmlns:a16="http://schemas.microsoft.com/office/drawing/2014/main" id="{69E6AEDD-3C43-D9CC-4EB6-F104AE899764}"/>
              </a:ext>
            </a:extLst>
          </p:cNvPr>
          <p:cNvSpPr>
            <a:spLocks noGrp="1"/>
          </p:cNvSpPr>
          <p:nvPr>
            <p:ph type="title"/>
          </p:nvPr>
        </p:nvSpPr>
        <p:spPr>
          <a:xfrm>
            <a:off x="810001" y="4817533"/>
            <a:ext cx="10572000" cy="779529"/>
          </a:xfrm>
        </p:spPr>
        <p:txBody>
          <a:bodyPr vert="horz" lIns="91440" tIns="45720" rIns="91440" bIns="45720" rtlCol="0" anchor="b">
            <a:normAutofit/>
          </a:bodyPr>
          <a:lstStyle/>
          <a:p>
            <a:pPr algn="ctr"/>
            <a:r>
              <a:rPr lang="en-US" dirty="0" err="1"/>
              <a:t>Scalenie</a:t>
            </a:r>
            <a:r>
              <a:rPr lang="en-US" dirty="0"/>
              <a:t> </a:t>
            </a:r>
            <a:r>
              <a:rPr lang="en-US" dirty="0" err="1"/>
              <a:t>wszystkiego</a:t>
            </a:r>
            <a:r>
              <a:rPr lang="en-US" dirty="0"/>
              <a:t> w </a:t>
            </a:r>
            <a:r>
              <a:rPr lang="en-US" dirty="0" err="1"/>
              <a:t>składny</a:t>
            </a:r>
            <a:r>
              <a:rPr lang="en-US" dirty="0"/>
              <a:t> </a:t>
            </a:r>
            <a:r>
              <a:rPr lang="en-US" dirty="0" err="1"/>
              <a:t>projekt</a:t>
            </a:r>
            <a:endParaRPr lang="en-US" dirty="0"/>
          </a:p>
        </p:txBody>
      </p:sp>
      <p:pic>
        <p:nvPicPr>
          <p:cNvPr id="7" name="Obraz 6">
            <a:extLst>
              <a:ext uri="{FF2B5EF4-FFF2-40B4-BE49-F238E27FC236}">
                <a16:creationId xmlns:a16="http://schemas.microsoft.com/office/drawing/2014/main" id="{B164BFC3-9173-098B-1A79-44DE6283D02B}"/>
              </a:ext>
            </a:extLst>
          </p:cNvPr>
          <p:cNvPicPr>
            <a:picLocks noChangeAspect="1"/>
          </p:cNvPicPr>
          <p:nvPr/>
        </p:nvPicPr>
        <p:blipFill>
          <a:blip r:embed="rId2"/>
          <a:stretch>
            <a:fillRect/>
          </a:stretch>
        </p:blipFill>
        <p:spPr>
          <a:xfrm>
            <a:off x="1405643" y="1092384"/>
            <a:ext cx="4595421" cy="2699809"/>
          </a:xfrm>
          <a:prstGeom prst="rect">
            <a:avLst/>
          </a:prstGeom>
        </p:spPr>
      </p:pic>
      <p:pic>
        <p:nvPicPr>
          <p:cNvPr id="5" name="Symbol zastępczy zawartości 4">
            <a:extLst>
              <a:ext uri="{FF2B5EF4-FFF2-40B4-BE49-F238E27FC236}">
                <a16:creationId xmlns:a16="http://schemas.microsoft.com/office/drawing/2014/main" id="{69154483-DFA1-E7C0-DB0F-DB1BCDDA1611}"/>
              </a:ext>
            </a:extLst>
          </p:cNvPr>
          <p:cNvPicPr>
            <a:picLocks noGrp="1" noChangeAspect="1"/>
          </p:cNvPicPr>
          <p:nvPr>
            <p:ph idx="1"/>
          </p:nvPr>
        </p:nvPicPr>
        <p:blipFill>
          <a:blip r:embed="rId3"/>
          <a:stretch>
            <a:fillRect/>
          </a:stretch>
        </p:blipFill>
        <p:spPr>
          <a:xfrm>
            <a:off x="6164790" y="1094220"/>
            <a:ext cx="4613653" cy="2698986"/>
          </a:xfrm>
          <a:prstGeom prst="rect">
            <a:avLst/>
          </a:prstGeom>
        </p:spPr>
      </p:pic>
    </p:spTree>
    <p:extLst>
      <p:ext uri="{BB962C8B-B14F-4D97-AF65-F5344CB8AC3E}">
        <p14:creationId xmlns:p14="http://schemas.microsoft.com/office/powerpoint/2010/main" val="9787774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3322B77-FA16-4D4E-BAA6-811C61DB3E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CA6EF34F-3BAD-4CD8-B05E-03BA773AE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16200000">
            <a:off x="-1050631" y="1050634"/>
            <a:ext cx="6857997" cy="4756735"/>
          </a:xfrm>
          <a:custGeom>
            <a:avLst/>
            <a:gdLst>
              <a:gd name="connsiteX0" fmla="*/ 6857997 w 6857997"/>
              <a:gd name="connsiteY0" fmla="*/ 0 h 4756735"/>
              <a:gd name="connsiteX1" fmla="*/ 6857997 w 6857997"/>
              <a:gd name="connsiteY1" fmla="*/ 4458285 h 4756735"/>
              <a:gd name="connsiteX2" fmla="*/ 4861980 w 6857997"/>
              <a:gd name="connsiteY2" fmla="*/ 4458285 h 4756735"/>
              <a:gd name="connsiteX3" fmla="*/ 4480980 w 6857997"/>
              <a:gd name="connsiteY3" fmla="*/ 4744036 h 4756735"/>
              <a:gd name="connsiteX4" fmla="*/ 4472514 w 6857997"/>
              <a:gd name="connsiteY4" fmla="*/ 4747210 h 4756735"/>
              <a:gd name="connsiteX5" fmla="*/ 4459814 w 6857997"/>
              <a:gd name="connsiteY5" fmla="*/ 4751973 h 4756735"/>
              <a:gd name="connsiteX6" fmla="*/ 4447114 w 6857997"/>
              <a:gd name="connsiteY6" fmla="*/ 4756735 h 4756735"/>
              <a:gd name="connsiteX7" fmla="*/ 4436530 w 6857997"/>
              <a:gd name="connsiteY7" fmla="*/ 4756735 h 4756735"/>
              <a:gd name="connsiteX8" fmla="*/ 4423830 w 6857997"/>
              <a:gd name="connsiteY8" fmla="*/ 4756735 h 4756735"/>
              <a:gd name="connsiteX9" fmla="*/ 4413247 w 6857997"/>
              <a:gd name="connsiteY9" fmla="*/ 4751973 h 4756735"/>
              <a:gd name="connsiteX10" fmla="*/ 4400547 w 6857997"/>
              <a:gd name="connsiteY10" fmla="*/ 4747210 h 4756735"/>
              <a:gd name="connsiteX11" fmla="*/ 4392080 w 6857997"/>
              <a:gd name="connsiteY11" fmla="*/ 4744036 h 4756735"/>
              <a:gd name="connsiteX12" fmla="*/ 4011080 w 6857997"/>
              <a:gd name="connsiteY12" fmla="*/ 4458285 h 4756735"/>
              <a:gd name="connsiteX13" fmla="*/ 0 w 6857997"/>
              <a:gd name="connsiteY13" fmla="*/ 4458285 h 4756735"/>
              <a:gd name="connsiteX14" fmla="*/ 1 w 6857997"/>
              <a:gd name="connsiteY14" fmla="*/ 0 h 4756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857997" h="4756735">
                <a:moveTo>
                  <a:pt x="6857997" y="0"/>
                </a:moveTo>
                <a:lnTo>
                  <a:pt x="6857997" y="4458285"/>
                </a:lnTo>
                <a:lnTo>
                  <a:pt x="4861980" y="4458285"/>
                </a:lnTo>
                <a:lnTo>
                  <a:pt x="4480980" y="4744036"/>
                </a:lnTo>
                <a:lnTo>
                  <a:pt x="4472514" y="4747210"/>
                </a:lnTo>
                <a:lnTo>
                  <a:pt x="4459814" y="4751973"/>
                </a:lnTo>
                <a:lnTo>
                  <a:pt x="4447114" y="4756735"/>
                </a:lnTo>
                <a:lnTo>
                  <a:pt x="4436530" y="4756735"/>
                </a:lnTo>
                <a:lnTo>
                  <a:pt x="4423830" y="4756735"/>
                </a:lnTo>
                <a:lnTo>
                  <a:pt x="4413247" y="4751973"/>
                </a:lnTo>
                <a:lnTo>
                  <a:pt x="4400547" y="4747210"/>
                </a:lnTo>
                <a:lnTo>
                  <a:pt x="4392080" y="4744036"/>
                </a:lnTo>
                <a:lnTo>
                  <a:pt x="4011080" y="4458285"/>
                </a:lnTo>
                <a:lnTo>
                  <a:pt x="0" y="4458285"/>
                </a:lnTo>
                <a:lnTo>
                  <a:pt x="1" y="0"/>
                </a:lnTo>
                <a:close/>
              </a:path>
            </a:pathLst>
          </a:custGeom>
          <a:solidFill>
            <a:schemeClr val="accent1"/>
          </a:solidFill>
          <a:ln>
            <a:headEnd/>
            <a:tailEnd/>
          </a:ln>
        </p:spPr>
        <p:style>
          <a:lnRef idx="1">
            <a:schemeClr val="accent1"/>
          </a:lnRef>
          <a:fillRef idx="3">
            <a:schemeClr val="accent1"/>
          </a:fillRef>
          <a:effectRef idx="2">
            <a:schemeClr val="accent1"/>
          </a:effectRef>
          <a:fontRef idx="minor">
            <a:schemeClr val="lt1"/>
          </a:fontRef>
        </p:style>
        <p:txBody>
          <a:bodyPr/>
          <a:lstStyle/>
          <a:p>
            <a:endParaRPr lang="pl-PL"/>
          </a:p>
        </p:txBody>
      </p:sp>
      <p:sp>
        <p:nvSpPr>
          <p:cNvPr id="2" name="Tytuł 1">
            <a:extLst>
              <a:ext uri="{FF2B5EF4-FFF2-40B4-BE49-F238E27FC236}">
                <a16:creationId xmlns:a16="http://schemas.microsoft.com/office/drawing/2014/main" id="{F95BAC5D-4F36-2EEE-E621-40D00F06BA1C}"/>
              </a:ext>
            </a:extLst>
          </p:cNvPr>
          <p:cNvSpPr>
            <a:spLocks noGrp="1"/>
          </p:cNvSpPr>
          <p:nvPr>
            <p:ph type="title"/>
          </p:nvPr>
        </p:nvSpPr>
        <p:spPr>
          <a:xfrm>
            <a:off x="641754" y="1918252"/>
            <a:ext cx="3365439" cy="3997635"/>
          </a:xfrm>
        </p:spPr>
        <p:txBody>
          <a:bodyPr anchor="t">
            <a:normAutofit/>
          </a:bodyPr>
          <a:lstStyle/>
          <a:p>
            <a:r>
              <a:rPr lang="pl-PL" sz="4400" dirty="0"/>
              <a:t>Szkielet funkcji </a:t>
            </a:r>
          </a:p>
        </p:txBody>
      </p:sp>
      <p:graphicFrame>
        <p:nvGraphicFramePr>
          <p:cNvPr id="5" name="Symbol zastępczy zawartości 2">
            <a:extLst>
              <a:ext uri="{FF2B5EF4-FFF2-40B4-BE49-F238E27FC236}">
                <a16:creationId xmlns:a16="http://schemas.microsoft.com/office/drawing/2014/main" id="{778D8914-98CF-F9C7-0FF3-182DF9018D9A}"/>
              </a:ext>
            </a:extLst>
          </p:cNvPr>
          <p:cNvGraphicFramePr>
            <a:graphicFrameLocks noGrp="1"/>
          </p:cNvGraphicFramePr>
          <p:nvPr>
            <p:ph idx="1"/>
            <p:extLst>
              <p:ext uri="{D42A27DB-BD31-4B8C-83A1-F6EECF244321}">
                <p14:modId xmlns:p14="http://schemas.microsoft.com/office/powerpoint/2010/main" val="1542507020"/>
              </p:ext>
            </p:extLst>
          </p:nvPr>
        </p:nvGraphicFramePr>
        <p:xfrm>
          <a:off x="5036127" y="1087583"/>
          <a:ext cx="6684818" cy="45020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958422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B5F4917-972D-013B-FA01-2BA65570AC6F}"/>
              </a:ext>
            </a:extLst>
          </p:cNvPr>
          <p:cNvSpPr>
            <a:spLocks noGrp="1"/>
          </p:cNvSpPr>
          <p:nvPr>
            <p:ph type="title"/>
          </p:nvPr>
        </p:nvSpPr>
        <p:spPr/>
        <p:txBody>
          <a:bodyPr/>
          <a:lstStyle/>
          <a:p>
            <a:r>
              <a:rPr lang="pl-PL" dirty="0"/>
              <a:t>Funkcje użyte w szkielecie </a:t>
            </a:r>
          </a:p>
        </p:txBody>
      </p:sp>
      <p:graphicFrame>
        <p:nvGraphicFramePr>
          <p:cNvPr id="9" name="Symbol zastępczy zawartości 2">
            <a:extLst>
              <a:ext uri="{FF2B5EF4-FFF2-40B4-BE49-F238E27FC236}">
                <a16:creationId xmlns:a16="http://schemas.microsoft.com/office/drawing/2014/main" id="{E75FCFA3-B092-E292-AC4F-AC1A29618939}"/>
              </a:ext>
            </a:extLst>
          </p:cNvPr>
          <p:cNvGraphicFramePr>
            <a:graphicFrameLocks noGrp="1"/>
          </p:cNvGraphicFramePr>
          <p:nvPr>
            <p:ph idx="1"/>
          </p:nvPr>
        </p:nvGraphicFramePr>
        <p:xfrm>
          <a:off x="616527" y="2222287"/>
          <a:ext cx="11076709" cy="363651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254617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0D013A5E-05A0-4AA1-EDAA-C10BE185B3F9}"/>
              </a:ext>
            </a:extLst>
          </p:cNvPr>
          <p:cNvSpPr>
            <a:spLocks noGrp="1"/>
          </p:cNvSpPr>
          <p:nvPr>
            <p:ph type="title"/>
          </p:nvPr>
        </p:nvSpPr>
        <p:spPr/>
        <p:txBody>
          <a:bodyPr/>
          <a:lstStyle/>
          <a:p>
            <a:r>
              <a:rPr lang="pl-PL" dirty="0"/>
              <a:t>Klasy i metody szkieletu</a:t>
            </a:r>
          </a:p>
        </p:txBody>
      </p:sp>
      <p:graphicFrame>
        <p:nvGraphicFramePr>
          <p:cNvPr id="5" name="Symbol zastępczy zawartości 2">
            <a:extLst>
              <a:ext uri="{FF2B5EF4-FFF2-40B4-BE49-F238E27FC236}">
                <a16:creationId xmlns:a16="http://schemas.microsoft.com/office/drawing/2014/main" id="{0E6932B9-3578-4570-064B-CED210741B35}"/>
              </a:ext>
            </a:extLst>
          </p:cNvPr>
          <p:cNvGraphicFramePr>
            <a:graphicFrameLocks noGrp="1"/>
          </p:cNvGraphicFramePr>
          <p:nvPr>
            <p:ph idx="1"/>
            <p:extLst>
              <p:ext uri="{D42A27DB-BD31-4B8C-83A1-F6EECF244321}">
                <p14:modId xmlns:p14="http://schemas.microsoft.com/office/powerpoint/2010/main" val="3237752087"/>
              </p:ext>
            </p:extLst>
          </p:nvPr>
        </p:nvGraphicFramePr>
        <p:xfrm>
          <a:off x="818711" y="2029691"/>
          <a:ext cx="11061561" cy="455814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942009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9BB179C-DD91-DA57-FBF4-DB0A6EED35CE}"/>
              </a:ext>
            </a:extLst>
          </p:cNvPr>
          <p:cNvSpPr>
            <a:spLocks noGrp="1"/>
          </p:cNvSpPr>
          <p:nvPr>
            <p:ph type="title"/>
          </p:nvPr>
        </p:nvSpPr>
        <p:spPr/>
        <p:txBody>
          <a:bodyPr/>
          <a:lstStyle/>
          <a:p>
            <a:r>
              <a:rPr lang="pl-PL" dirty="0"/>
              <a:t>Główne zalety projektu</a:t>
            </a:r>
          </a:p>
        </p:txBody>
      </p:sp>
      <p:sp>
        <p:nvSpPr>
          <p:cNvPr id="3" name="Symbol zastępczy zawartości 2">
            <a:extLst>
              <a:ext uri="{FF2B5EF4-FFF2-40B4-BE49-F238E27FC236}">
                <a16:creationId xmlns:a16="http://schemas.microsoft.com/office/drawing/2014/main" id="{9B2F582C-F861-34A6-84F4-7588475D8620}"/>
              </a:ext>
            </a:extLst>
          </p:cNvPr>
          <p:cNvSpPr>
            <a:spLocks noGrp="1"/>
          </p:cNvSpPr>
          <p:nvPr>
            <p:ph idx="1"/>
          </p:nvPr>
        </p:nvSpPr>
        <p:spPr/>
        <p:txBody>
          <a:bodyPr/>
          <a:lstStyle/>
          <a:p>
            <a:pPr marL="0" indent="0">
              <a:buNone/>
            </a:pPr>
            <a:r>
              <a:rPr lang="pl-PL" dirty="0"/>
              <a:t>W finalnej aplikacji użytkownik może zacząć sesje po przez przycisk start oraz zakończyć ją po przez powiedzenie słowa „stop” co zapobiega sztucznemu „wydłużeniu” czasu ćwiczenia.</a:t>
            </a:r>
          </a:p>
          <a:p>
            <a:pPr marL="0" indent="0">
              <a:buNone/>
            </a:pPr>
            <a:r>
              <a:rPr lang="pl-PL" dirty="0"/>
              <a:t>Wizualizacja graficzna jest prosta ale bardzo co ułatwia poruszanie się po aplikacji dla osób w każdym wieku. </a:t>
            </a:r>
          </a:p>
          <a:p>
            <a:pPr marL="0" indent="0">
              <a:buNone/>
            </a:pPr>
            <a:r>
              <a:rPr lang="pl-PL" dirty="0"/>
              <a:t>Odwzorowanie modelu ludzkiego podczas ćwiczeń pozwala zobaczyć użytkownikowi na łatwiejszą poprawę ewentualnych błędów</a:t>
            </a:r>
          </a:p>
          <a:p>
            <a:pPr marL="0" indent="0">
              <a:buNone/>
            </a:pPr>
            <a:r>
              <a:rPr lang="pl-PL" dirty="0"/>
              <a:t>Komunikaty głosowe to kolejna funkcja która pozwala użytkownikowi w prosty sposób poprawić sposób wykonywania ćwiczenia</a:t>
            </a:r>
          </a:p>
          <a:p>
            <a:pPr marL="0" indent="0">
              <a:buNone/>
            </a:pPr>
            <a:r>
              <a:rPr lang="pl-PL" dirty="0"/>
              <a:t>Uwzględniliśmy również komunikaty na ekranie aby osoby niesłyszące mogły bez problemu korygować swoją postawę</a:t>
            </a:r>
          </a:p>
        </p:txBody>
      </p:sp>
    </p:spTree>
    <p:extLst>
      <p:ext uri="{BB962C8B-B14F-4D97-AF65-F5344CB8AC3E}">
        <p14:creationId xmlns:p14="http://schemas.microsoft.com/office/powerpoint/2010/main" val="34610410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5CB22E5-DFD7-1414-D25F-FE2FE293ED8D}"/>
              </a:ext>
            </a:extLst>
          </p:cNvPr>
          <p:cNvSpPr>
            <a:spLocks noGrp="1"/>
          </p:cNvSpPr>
          <p:nvPr>
            <p:ph type="title"/>
          </p:nvPr>
        </p:nvSpPr>
        <p:spPr/>
        <p:txBody>
          <a:bodyPr/>
          <a:lstStyle/>
          <a:p>
            <a:r>
              <a:rPr lang="pl-PL" dirty="0"/>
              <a:t>Biblioteki użyte w projekcie :</a:t>
            </a:r>
          </a:p>
        </p:txBody>
      </p:sp>
      <p:sp>
        <p:nvSpPr>
          <p:cNvPr id="3" name="Symbol zastępczy zawartości 2">
            <a:extLst>
              <a:ext uri="{FF2B5EF4-FFF2-40B4-BE49-F238E27FC236}">
                <a16:creationId xmlns:a16="http://schemas.microsoft.com/office/drawing/2014/main" id="{BCDC6BEF-3110-13BB-B8B1-E541393A3754}"/>
              </a:ext>
            </a:extLst>
          </p:cNvPr>
          <p:cNvSpPr>
            <a:spLocks noGrp="1"/>
          </p:cNvSpPr>
          <p:nvPr>
            <p:ph idx="1"/>
          </p:nvPr>
        </p:nvSpPr>
        <p:spPr>
          <a:xfrm>
            <a:off x="818712" y="2222287"/>
            <a:ext cx="10554574" cy="4188525"/>
          </a:xfrm>
        </p:spPr>
        <p:txBody>
          <a:bodyPr>
            <a:normAutofit fontScale="55000" lnSpcReduction="20000"/>
          </a:bodyPr>
          <a:lstStyle/>
          <a:p>
            <a:pPr marL="0" indent="0">
              <a:buNone/>
            </a:pPr>
            <a:r>
              <a:rPr lang="pl-PL" b="1" dirty="0"/>
              <a:t>cv2</a:t>
            </a:r>
            <a:r>
              <a:rPr lang="pl-PL" dirty="0"/>
              <a:t> (</a:t>
            </a:r>
            <a:r>
              <a:rPr lang="pl-PL" dirty="0" err="1"/>
              <a:t>OpenCV</a:t>
            </a:r>
            <a:r>
              <a:rPr lang="pl-PL" dirty="0"/>
              <a:t>) – biblioteka do przetwarzania obrazu i widzenia komputerowego. Używana do odczytu z kamery/wideo, rysowania po klatkach oraz ich wyświetlania.</a:t>
            </a:r>
          </a:p>
          <a:p>
            <a:pPr marL="0" indent="0">
              <a:buNone/>
            </a:pPr>
            <a:r>
              <a:rPr lang="pl-PL" b="1" dirty="0" err="1"/>
              <a:t>ultralytics.YOLO</a:t>
            </a:r>
            <a:r>
              <a:rPr lang="pl-PL" dirty="0"/>
              <a:t> – </a:t>
            </a:r>
            <a:r>
              <a:rPr lang="pl-PL" dirty="0" err="1"/>
              <a:t>framework</a:t>
            </a:r>
            <a:r>
              <a:rPr lang="pl-PL" dirty="0"/>
              <a:t> do ładowania i używania modeli sztucznej inteligencji rodziny YOLO (w tym przypadku YOLO </a:t>
            </a:r>
            <a:r>
              <a:rPr lang="pl-PL" dirty="0" err="1"/>
              <a:t>Pose</a:t>
            </a:r>
            <a:r>
              <a:rPr lang="pl-PL" dirty="0"/>
              <a:t> do detekcji szkieletu).</a:t>
            </a:r>
          </a:p>
          <a:p>
            <a:pPr marL="0" indent="0">
              <a:buNone/>
            </a:pPr>
            <a:r>
              <a:rPr lang="pl-PL" b="1" dirty="0" err="1"/>
              <a:t>argparse</a:t>
            </a:r>
            <a:r>
              <a:rPr lang="pl-PL" dirty="0"/>
              <a:t> – moduł do </a:t>
            </a:r>
            <a:r>
              <a:rPr lang="pl-PL" dirty="0" err="1"/>
              <a:t>parsowania</a:t>
            </a:r>
            <a:r>
              <a:rPr lang="pl-PL" dirty="0"/>
              <a:t> argumentów z wiersza poleceń, pozwala na konfigurację programu bez zmiany kodu.</a:t>
            </a:r>
          </a:p>
          <a:p>
            <a:pPr marL="0" indent="0">
              <a:buNone/>
            </a:pPr>
            <a:r>
              <a:rPr lang="pl-PL" b="1" dirty="0" err="1"/>
              <a:t>sys</a:t>
            </a:r>
            <a:r>
              <a:rPr lang="pl-PL" dirty="0"/>
              <a:t> – używany głównie do prawidłowego zamykania programu (</a:t>
            </a:r>
            <a:r>
              <a:rPr lang="pl-PL" dirty="0" err="1"/>
              <a:t>sys.exit</a:t>
            </a:r>
            <a:r>
              <a:rPr lang="pl-PL" dirty="0"/>
              <a:t>(1) w przypadku błędów).</a:t>
            </a:r>
          </a:p>
          <a:p>
            <a:pPr marL="0" indent="0">
              <a:buNone/>
            </a:pPr>
            <a:r>
              <a:rPr lang="pl-PL" b="1" dirty="0"/>
              <a:t>os</a:t>
            </a:r>
            <a:r>
              <a:rPr lang="pl-PL" dirty="0"/>
              <a:t> – używany do operacji na systemie plików (sprawdzanie istnienia plików/folderów) i odczytywania liczby rdzeni procesora (</a:t>
            </a:r>
            <a:r>
              <a:rPr lang="pl-PL" dirty="0" err="1"/>
              <a:t>os.cpu_count</a:t>
            </a:r>
            <a:r>
              <a:rPr lang="pl-PL" dirty="0"/>
              <a:t>()).</a:t>
            </a:r>
          </a:p>
          <a:p>
            <a:pPr marL="0" indent="0">
              <a:buNone/>
            </a:pPr>
            <a:r>
              <a:rPr lang="pl-PL" b="1" dirty="0" err="1"/>
              <a:t>math</a:t>
            </a:r>
            <a:r>
              <a:rPr lang="pl-PL" dirty="0"/>
              <a:t> – funkcje matematyczne, używane m.in. do obliczania kątów (</a:t>
            </a:r>
            <a:r>
              <a:rPr lang="pl-PL" dirty="0" err="1"/>
              <a:t>math.hypot</a:t>
            </a:r>
            <a:r>
              <a:rPr lang="pl-PL" dirty="0"/>
              <a:t>, </a:t>
            </a:r>
            <a:r>
              <a:rPr lang="pl-PL" dirty="0" err="1"/>
              <a:t>math.acos</a:t>
            </a:r>
            <a:r>
              <a:rPr lang="pl-PL" dirty="0"/>
              <a:t>, </a:t>
            </a:r>
            <a:r>
              <a:rPr lang="pl-PL" dirty="0" err="1"/>
              <a:t>math.degrees</a:t>
            </a:r>
            <a:r>
              <a:rPr lang="pl-PL" dirty="0"/>
              <a:t>, math.atan2).</a:t>
            </a:r>
          </a:p>
          <a:p>
            <a:pPr marL="0" indent="0">
              <a:buNone/>
            </a:pPr>
            <a:r>
              <a:rPr lang="pl-PL" b="1" dirty="0" err="1"/>
              <a:t>torch</a:t>
            </a:r>
            <a:r>
              <a:rPr lang="pl-PL" dirty="0"/>
              <a:t> (</a:t>
            </a:r>
            <a:r>
              <a:rPr lang="pl-PL" dirty="0" err="1"/>
              <a:t>PyTorch</a:t>
            </a:r>
            <a:r>
              <a:rPr lang="pl-PL" dirty="0"/>
              <a:t>) – biblioteka </a:t>
            </a:r>
            <a:r>
              <a:rPr lang="pl-PL" dirty="0" err="1"/>
              <a:t>deep</a:t>
            </a:r>
            <a:r>
              <a:rPr lang="pl-PL" dirty="0"/>
              <a:t> </a:t>
            </a:r>
            <a:r>
              <a:rPr lang="pl-PL" dirty="0" err="1"/>
              <a:t>learningowa</a:t>
            </a:r>
            <a:r>
              <a:rPr lang="pl-PL" dirty="0"/>
              <a:t>, używana w kodzie do sprawdzania dostępności karty graficznej (</a:t>
            </a:r>
            <a:r>
              <a:rPr lang="pl-PL" dirty="0" err="1"/>
              <a:t>torch.cuda.is_available</a:t>
            </a:r>
            <a:r>
              <a:rPr lang="pl-PL" dirty="0"/>
              <a:t>()) i ustawiania liczby wątków.</a:t>
            </a:r>
          </a:p>
          <a:p>
            <a:pPr marL="0" indent="0">
              <a:buNone/>
            </a:pPr>
            <a:r>
              <a:rPr lang="pl-PL" b="1" dirty="0" err="1"/>
              <a:t>time</a:t>
            </a:r>
            <a:r>
              <a:rPr lang="pl-PL" dirty="0"/>
              <a:t> – do mierzenia czasu (np. obliczanie FPS, opóźnienia, czas trwania klatki) używając </a:t>
            </a:r>
            <a:r>
              <a:rPr lang="pl-PL" dirty="0" err="1"/>
              <a:t>time.perf_counter</a:t>
            </a:r>
            <a:r>
              <a:rPr lang="pl-PL" dirty="0"/>
              <a:t>() oraz </a:t>
            </a:r>
            <a:r>
              <a:rPr lang="pl-PL" dirty="0" err="1"/>
              <a:t>time.sleep</a:t>
            </a:r>
            <a:r>
              <a:rPr lang="pl-PL" dirty="0"/>
              <a:t>().</a:t>
            </a:r>
          </a:p>
          <a:p>
            <a:pPr marL="0" indent="0">
              <a:buNone/>
            </a:pPr>
            <a:r>
              <a:rPr lang="pl-PL" b="1" dirty="0" err="1"/>
              <a:t>threading</a:t>
            </a:r>
            <a:r>
              <a:rPr lang="pl-PL" dirty="0"/>
              <a:t> – do tworzenia wątków (odczyt z kamery, rozpoznawanie mowy, mówienie komunikatów) by program działał płynnie.</a:t>
            </a:r>
          </a:p>
          <a:p>
            <a:pPr marL="0" indent="0">
              <a:buNone/>
            </a:pPr>
            <a:r>
              <a:rPr lang="pl-PL" b="1" dirty="0" err="1"/>
              <a:t>queue</a:t>
            </a:r>
            <a:r>
              <a:rPr lang="pl-PL" dirty="0"/>
              <a:t> – dostarcza klasy Queue, używanej do bezpiecznego przekazywania komunikatów tekstowych do wątku mówiącego błędy.</a:t>
            </a:r>
          </a:p>
          <a:p>
            <a:pPr marL="0" indent="0">
              <a:buNone/>
            </a:pPr>
            <a:r>
              <a:rPr lang="pl-PL" b="1" dirty="0" err="1"/>
              <a:t>collections.deque</a:t>
            </a:r>
            <a:r>
              <a:rPr lang="pl-PL" dirty="0"/>
              <a:t> – ułatwia tworzenie list o stałej długości (FIFO), przydatnych do uśredniania błędów i liczenia FPS.</a:t>
            </a:r>
          </a:p>
          <a:p>
            <a:pPr marL="0" indent="0">
              <a:buNone/>
            </a:pPr>
            <a:r>
              <a:rPr lang="pl-PL" b="1" dirty="0" err="1"/>
              <a:t>Numpy</a:t>
            </a:r>
            <a:r>
              <a:rPr lang="pl-PL" b="1" dirty="0"/>
              <a:t> </a:t>
            </a:r>
            <a:r>
              <a:rPr lang="pl-PL" dirty="0"/>
              <a:t>– biblioteka numeryczna, wykorzystywana do manipulacji tablicami, z których składają się obrazy (np. operacje na macierzach klatek z </a:t>
            </a:r>
            <a:r>
              <a:rPr lang="pl-PL" dirty="0" err="1"/>
              <a:t>OpenCV</a:t>
            </a:r>
            <a:r>
              <a:rPr lang="pl-PL" dirty="0"/>
              <a:t>, tablice wyników z YOLO).</a:t>
            </a:r>
          </a:p>
          <a:p>
            <a:pPr marL="0" indent="0">
              <a:buNone/>
            </a:pPr>
            <a:r>
              <a:rPr lang="pl-PL" b="1" dirty="0"/>
              <a:t>pyttsx3</a:t>
            </a:r>
            <a:r>
              <a:rPr lang="pl-PL" dirty="0"/>
              <a:t> </a:t>
            </a:r>
            <a:r>
              <a:rPr lang="pl-PL" i="1" dirty="0"/>
              <a:t>(importowany lokalnie wewnątrz klasy)</a:t>
            </a:r>
            <a:r>
              <a:rPr lang="pl-PL" dirty="0"/>
              <a:t> – biblioteka do syntezy mowy, "czyta" wygenerowane błędy.</a:t>
            </a:r>
          </a:p>
          <a:p>
            <a:pPr marL="0" indent="0">
              <a:buNone/>
            </a:pPr>
            <a:r>
              <a:rPr lang="pl-PL" b="1" dirty="0" err="1"/>
              <a:t>speech_recognition</a:t>
            </a:r>
            <a:r>
              <a:rPr lang="pl-PL" dirty="0"/>
              <a:t> </a:t>
            </a:r>
            <a:r>
              <a:rPr lang="pl-PL" i="1" dirty="0"/>
              <a:t>(importowany lokalnie wewnątrz klasy)</a:t>
            </a:r>
            <a:r>
              <a:rPr lang="pl-PL" dirty="0"/>
              <a:t> – moduł do rozpoznawania mowy na podstawie wejścia z mikrofonu.</a:t>
            </a:r>
          </a:p>
          <a:p>
            <a:pPr marL="0" indent="0">
              <a:buNone/>
            </a:pPr>
            <a:r>
              <a:rPr lang="pl-PL" b="1" dirty="0" err="1"/>
              <a:t>customtkinter</a:t>
            </a:r>
            <a:r>
              <a:rPr lang="pl-PL" b="1" dirty="0"/>
              <a:t> </a:t>
            </a:r>
            <a:r>
              <a:rPr lang="pl-PL" dirty="0"/>
              <a:t>– rozszerzenie biblioteki </a:t>
            </a:r>
            <a:r>
              <a:rPr lang="pl-PL" dirty="0" err="1"/>
              <a:t>tkinter</a:t>
            </a:r>
            <a:r>
              <a:rPr lang="pl-PL" dirty="0"/>
              <a:t> używane do tworzenia nowoczesnego, niestandardowego interfejsu graficznego.</a:t>
            </a:r>
          </a:p>
          <a:p>
            <a:pPr marL="0" indent="0">
              <a:buNone/>
            </a:pPr>
            <a:r>
              <a:rPr lang="pl-PL" b="1" dirty="0" err="1"/>
              <a:t>tkinter</a:t>
            </a:r>
            <a:r>
              <a:rPr lang="pl-PL" dirty="0"/>
              <a:t> – standardowa biblioteka GUI w </a:t>
            </a:r>
            <a:r>
              <a:rPr lang="pl-PL" dirty="0" err="1"/>
              <a:t>Pythonie</a:t>
            </a:r>
            <a:r>
              <a:rPr lang="pl-PL" dirty="0"/>
              <a:t> (importowana jako </a:t>
            </a:r>
            <a:r>
              <a:rPr lang="pl-PL" dirty="0" err="1"/>
              <a:t>tk</a:t>
            </a:r>
            <a:r>
              <a:rPr lang="pl-PL" dirty="0"/>
              <a:t> do obsługi rzucania błędów </a:t>
            </a:r>
            <a:r>
              <a:rPr lang="pl-PL" dirty="0" err="1"/>
              <a:t>TclError</a:t>
            </a:r>
            <a:r>
              <a:rPr lang="pl-PL" dirty="0"/>
              <a:t>).</a:t>
            </a:r>
          </a:p>
          <a:p>
            <a:pPr marL="0" indent="0">
              <a:buNone/>
            </a:pPr>
            <a:r>
              <a:rPr lang="pl-PL" b="1" dirty="0" err="1"/>
              <a:t>PIL.Image</a:t>
            </a:r>
            <a:r>
              <a:rPr lang="pl-PL" dirty="0"/>
              <a:t> (</a:t>
            </a:r>
            <a:r>
              <a:rPr lang="pl-PL" dirty="0" err="1"/>
              <a:t>Pillow</a:t>
            </a:r>
            <a:r>
              <a:rPr lang="pl-PL" dirty="0"/>
              <a:t>) – biblioteka do manipulacji obrazami, używana do konwersji macierzy z </a:t>
            </a:r>
            <a:r>
              <a:rPr lang="pl-PL" dirty="0" err="1"/>
              <a:t>OpenCV</a:t>
            </a:r>
            <a:r>
              <a:rPr lang="pl-PL" dirty="0"/>
              <a:t> do formatu wspieranego przez </a:t>
            </a:r>
            <a:r>
              <a:rPr lang="pl-PL" dirty="0" err="1"/>
              <a:t>CustomTkinter</a:t>
            </a:r>
            <a:r>
              <a:rPr lang="pl-PL" dirty="0"/>
              <a:t>.</a:t>
            </a:r>
          </a:p>
        </p:txBody>
      </p:sp>
    </p:spTree>
    <p:extLst>
      <p:ext uri="{BB962C8B-B14F-4D97-AF65-F5344CB8AC3E}">
        <p14:creationId xmlns:p14="http://schemas.microsoft.com/office/powerpoint/2010/main" val="5122355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2" name="Symbol zastępczy zawartości 11" descr="Dziękuję za uwagę&quot; na koniec prezentacji - na co uważać i czy w ogóle warto  to robić? - Pobieraczek.pl">
            <a:extLst>
              <a:ext uri="{FF2B5EF4-FFF2-40B4-BE49-F238E27FC236}">
                <a16:creationId xmlns:a16="http://schemas.microsoft.com/office/drawing/2014/main" id="{E03C98EA-4201-BEED-9D63-FDBEFDB3C53C}"/>
              </a:ext>
            </a:extLst>
          </p:cNvPr>
          <p:cNvPicPr>
            <a:picLocks noGrp="1" noChangeAspect="1"/>
          </p:cNvPicPr>
          <p:nvPr>
            <p:ph idx="1"/>
          </p:nvPr>
        </p:nvPicPr>
        <p:blipFill>
          <a:blip r:embed="rId2"/>
          <a:srcRect b="2174"/>
          <a:stretch>
            <a:fillRect/>
          </a:stretch>
        </p:blipFill>
        <p:spPr>
          <a:xfrm>
            <a:off x="20" y="10"/>
            <a:ext cx="12191980" cy="6857990"/>
          </a:xfrm>
          <a:prstGeom prst="rect">
            <a:avLst/>
          </a:prstGeom>
        </p:spPr>
      </p:pic>
    </p:spTree>
    <p:extLst>
      <p:ext uri="{BB962C8B-B14F-4D97-AF65-F5344CB8AC3E}">
        <p14:creationId xmlns:p14="http://schemas.microsoft.com/office/powerpoint/2010/main" val="55894316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ytat">
  <a:themeElements>
    <a:clrScheme name="Cytat">
      <a:dk1>
        <a:sysClr val="windowText" lastClr="000000"/>
      </a:dk1>
      <a:lt1>
        <a:sysClr val="window" lastClr="FFFFFF"/>
      </a:lt1>
      <a:dk2>
        <a:srgbClr val="212121"/>
      </a:dk2>
      <a:lt2>
        <a:srgbClr val="636363"/>
      </a:lt2>
      <a:accent1>
        <a:srgbClr val="00C6BB"/>
      </a:accent1>
      <a:accent2>
        <a:srgbClr val="6FEBA0"/>
      </a:accent2>
      <a:accent3>
        <a:srgbClr val="B6DF5E"/>
      </a:accent3>
      <a:accent4>
        <a:srgbClr val="EFB251"/>
      </a:accent4>
      <a:accent5>
        <a:srgbClr val="EF755F"/>
      </a:accent5>
      <a:accent6>
        <a:srgbClr val="ED515C"/>
      </a:accent6>
      <a:hlink>
        <a:srgbClr val="8F8F8F"/>
      </a:hlink>
      <a:folHlink>
        <a:srgbClr val="A5A5A5"/>
      </a:folHlink>
    </a:clrScheme>
    <a:fontScheme name="Cytat">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Cytat">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Quotable" id="{39EC5628-30ED-4578-ACD8-9820EDB8E15A}" vid="{6F3559E9-1A4C-49D8-94D4-F41003531C49}"/>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65257E263AFA3341AEA1FD08F41D352D" ma:contentTypeVersion="11" ma:contentTypeDescription="Utwórz nowy dokument." ma:contentTypeScope="" ma:versionID="7a773e023132bbbb13767a59b80dbb9f">
  <xsd:schema xmlns:xsd="http://www.w3.org/2001/XMLSchema" xmlns:xs="http://www.w3.org/2001/XMLSchema" xmlns:p="http://schemas.microsoft.com/office/2006/metadata/properties" xmlns:ns3="93994f07-c764-456f-af9a-ac1795999fb3" targetNamespace="http://schemas.microsoft.com/office/2006/metadata/properties" ma:root="true" ma:fieldsID="cee253aa6f5ef7a2122bafcec0e645db" ns3:_="">
    <xsd:import namespace="93994f07-c764-456f-af9a-ac1795999fb3"/>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element ref="ns3:MediaServiceSystemTags" minOccurs="0"/>
                <xsd:element ref="ns3:MediaServiceGenerationTime" minOccurs="0"/>
                <xsd:element ref="ns3:MediaServiceEventHashCode" minOccurs="0"/>
                <xsd:element ref="ns3:MediaServiceOCR"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3994f07-c764-456f-af9a-ac1795999fb3"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element name="MediaServiceSystemTags" ma:index="14" nillable="true" ma:displayName="MediaServiceSystemTags" ma:hidden="true" ma:internalName="MediaServiceSystemTags" ma:readOnly="true">
      <xsd:simpleType>
        <xsd:restriction base="dms:Note"/>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 zawartości"/>
        <xsd:element ref="dc:title" minOccurs="0" maxOccurs="1" ma:index="4" ma:displayName="Tytuł"/>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93994f07-c764-456f-af9a-ac1795999fb3" xsi:nil="true"/>
  </documentManagement>
</p:properties>
</file>

<file path=customXml/itemProps1.xml><?xml version="1.0" encoding="utf-8"?>
<ds:datastoreItem xmlns:ds="http://schemas.openxmlformats.org/officeDocument/2006/customXml" ds:itemID="{A3A86D8F-D217-4A5B-9C27-27927C541CD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3994f07-c764-456f-af9a-ac1795999fb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D20000C-62BC-42A9-8249-0F900C0210B2}">
  <ds:schemaRefs>
    <ds:schemaRef ds:uri="http://schemas.microsoft.com/sharepoint/v3/contenttype/forms"/>
  </ds:schemaRefs>
</ds:datastoreItem>
</file>

<file path=customXml/itemProps3.xml><?xml version="1.0" encoding="utf-8"?>
<ds:datastoreItem xmlns:ds="http://schemas.openxmlformats.org/officeDocument/2006/customXml" ds:itemID="{0687A42A-C752-4DB1-B99B-192CE0C79CD4}">
  <ds:schemaRefs>
    <ds:schemaRef ds:uri="http://purl.org/dc/elements/1.1/"/>
    <ds:schemaRef ds:uri="http://schemas.openxmlformats.org/package/2006/metadata/core-properties"/>
    <ds:schemaRef ds:uri="http://schemas.microsoft.com/office/2006/documentManagement/types"/>
    <ds:schemaRef ds:uri="93994f07-c764-456f-af9a-ac1795999fb3"/>
    <ds:schemaRef ds:uri="http://purl.org/dc/dcmitype/"/>
    <ds:schemaRef ds:uri="http://schemas.microsoft.com/office/2006/metadata/properties"/>
    <ds:schemaRef ds:uri="http://schemas.microsoft.com/office/infopath/2007/PartnerControls"/>
    <ds:schemaRef ds:uri="http://www.w3.org/XML/1998/namespace"/>
    <ds:schemaRef ds:uri="http://purl.org/dc/terms/"/>
  </ds:schemaRefs>
</ds:datastoreItem>
</file>

<file path=docProps/app.xml><?xml version="1.0" encoding="utf-8"?>
<Properties xmlns="http://schemas.openxmlformats.org/officeDocument/2006/extended-properties" xmlns:vt="http://schemas.openxmlformats.org/officeDocument/2006/docPropsVTypes">
  <Template>TM03457503[[fn=Cytat]]</Template>
  <TotalTime>339</TotalTime>
  <Words>2852</Words>
  <Application>Microsoft Office PowerPoint</Application>
  <PresentationFormat>Panoramiczny</PresentationFormat>
  <Paragraphs>189</Paragraphs>
  <Slides>30</Slides>
  <Notes>0</Notes>
  <HiddenSlides>0</HiddenSlides>
  <MMClips>1</MMClips>
  <ScaleCrop>false</ScaleCrop>
  <HeadingPairs>
    <vt:vector size="6" baseType="variant">
      <vt:variant>
        <vt:lpstr>Używane czcionki</vt:lpstr>
      </vt:variant>
      <vt:variant>
        <vt:i4>2</vt:i4>
      </vt:variant>
      <vt:variant>
        <vt:lpstr>Motyw</vt:lpstr>
      </vt:variant>
      <vt:variant>
        <vt:i4>1</vt:i4>
      </vt:variant>
      <vt:variant>
        <vt:lpstr>Tytuły slajdów</vt:lpstr>
      </vt:variant>
      <vt:variant>
        <vt:i4>30</vt:i4>
      </vt:variant>
    </vt:vector>
  </HeadingPairs>
  <TitlesOfParts>
    <vt:vector size="33" baseType="lpstr">
      <vt:lpstr>Century Gothic</vt:lpstr>
      <vt:lpstr>Wingdings 2</vt:lpstr>
      <vt:lpstr>Cytat</vt:lpstr>
      <vt:lpstr>Cyber-Trener „Plank Master”</vt:lpstr>
      <vt:lpstr>Czym się zajmuje ?</vt:lpstr>
      <vt:lpstr>Dlaczego akurat „Plank” ?</vt:lpstr>
      <vt:lpstr> JAKIE MIĘŚNIE PRACUJĄ PODCZAS ĆWICZENIA PLANK? </vt:lpstr>
      <vt:lpstr>Na co zwracać uwagę podczas treningu ?</vt:lpstr>
      <vt:lpstr>Często popełniane błędy </vt:lpstr>
      <vt:lpstr>Etapy pracy </vt:lpstr>
      <vt:lpstr>Opracowanie podstawowego szkieletu funkcji głównej </vt:lpstr>
      <vt:lpstr>Sprint 1</vt:lpstr>
      <vt:lpstr>Sprint 2</vt:lpstr>
      <vt:lpstr>Udoskonalanie interpretacji kątów przez program </vt:lpstr>
      <vt:lpstr>Początkowy kod</vt:lpstr>
      <vt:lpstr>Testowanie wielu modeli podczas treningu (Sprint 4)</vt:lpstr>
      <vt:lpstr>Testowanie wielu modeli podczas treningu cz. II (Tydzień 9 (30.04) </vt:lpstr>
      <vt:lpstr>Testowanie wielu modeli podczas treningu cz. III (Tydzień 10 (7.05) )</vt:lpstr>
      <vt:lpstr>Testowanie wielu modeli podczas treningu cz. IV (Tydzień 11 (14.05) )</vt:lpstr>
      <vt:lpstr>Opracowanie warstwy graficznej projektu</vt:lpstr>
      <vt:lpstr>Funkcje obsługujące GUI w pliku pose_session.py</vt:lpstr>
      <vt:lpstr>Klasy i metody obsługujące GUI w pliku mdi.py cz. I </vt:lpstr>
      <vt:lpstr>Klasy i metody obsługujące GUI w pliku mdi.py cz. II</vt:lpstr>
      <vt:lpstr>Klasy i metody obsługujące GUI w pliku gui.py</vt:lpstr>
      <vt:lpstr>Gromadzenie danych </vt:lpstr>
      <vt:lpstr>Tabela Seria</vt:lpstr>
      <vt:lpstr>Scalenie wszystkiego w składny projekt</vt:lpstr>
      <vt:lpstr>Szkielet funkcji </vt:lpstr>
      <vt:lpstr>Funkcje użyte w szkielecie </vt:lpstr>
      <vt:lpstr>Klasy i metody szkieletu</vt:lpstr>
      <vt:lpstr>Główne zalety projektu</vt:lpstr>
      <vt:lpstr>Biblioteki użyte w projekcie :</vt:lpstr>
      <vt:lpstr>Prezentacja programu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Filip Banaszczyk</dc:creator>
  <cp:lastModifiedBy>Filip Banaszczyk</cp:lastModifiedBy>
  <cp:revision>2</cp:revision>
  <dcterms:created xsi:type="dcterms:W3CDTF">2026-06-17T21:12:36Z</dcterms:created>
  <dcterms:modified xsi:type="dcterms:W3CDTF">2026-06-18T02:51:49Z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0x01010065257E263AFA3341AEA1FD08F41D352D</vt:lpwstr>
  </property>
</Properties>
</file>